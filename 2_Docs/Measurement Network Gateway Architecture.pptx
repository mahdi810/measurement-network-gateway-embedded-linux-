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C879C-61DB-4510-9CB7-4DB26BDC1B2B}" v="859" dt="2025-10-31T20:47:04.488"/>
    <p1510:client id="{4A674D78-5E10-4865-86B7-F21D153D9D9F}" v="1464" dt="2025-11-01T11:48:07.888"/>
    <p1510:client id="{54276405-301A-453E-A6A7-74FDA55CBE2B}" v="277" dt="2025-10-31T19:04:36.159"/>
    <p1510:client id="{E37C0CAE-12D2-4F5D-A81F-F5785C14B8ED}" v="4" dt="2025-11-02T11:23:16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022E4E-FF6E-48B4-ACF6-9AC0498143F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E15329F-913B-48FD-8C86-689098F473AB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Hardware Abstraction Layer </a:t>
          </a:r>
          <a:endParaRPr lang="en-US" dirty="0"/>
        </a:p>
      </dgm:t>
    </dgm:pt>
    <dgm:pt modelId="{754BB8A1-8B60-487A-B8B1-336A62591A2F}" type="parTrans" cxnId="{16DC38A6-8928-48CE-9615-D0EE82DF201B}">
      <dgm:prSet/>
      <dgm:spPr/>
    </dgm:pt>
    <dgm:pt modelId="{D9A29AE4-154F-4008-993A-9D5296D50D76}" type="sibTrans" cxnId="{16DC38A6-8928-48CE-9615-D0EE82DF201B}">
      <dgm:prSet/>
      <dgm:spPr/>
      <dgm:t>
        <a:bodyPr/>
        <a:lstStyle/>
        <a:p>
          <a:endParaRPr lang="en-US"/>
        </a:p>
      </dgm:t>
    </dgm:pt>
    <dgm:pt modelId="{4F629A4A-DCBD-4025-979B-4304DEFB29A4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Sensor Interface Layer</a:t>
          </a:r>
          <a:endParaRPr lang="en-US" dirty="0"/>
        </a:p>
      </dgm:t>
    </dgm:pt>
    <dgm:pt modelId="{B78D123E-4A0E-4394-971A-63DFDC62EE58}" type="parTrans" cxnId="{F0BFEF64-A7E0-4AE8-A9B2-41E833393282}">
      <dgm:prSet/>
      <dgm:spPr/>
    </dgm:pt>
    <dgm:pt modelId="{1A741123-41A4-4CD8-A847-5F462ADC7618}" type="sibTrans" cxnId="{F0BFEF64-A7E0-4AE8-A9B2-41E833393282}">
      <dgm:prSet/>
      <dgm:spPr/>
      <dgm:t>
        <a:bodyPr/>
        <a:lstStyle/>
        <a:p>
          <a:endParaRPr lang="en-US"/>
        </a:p>
      </dgm:t>
    </dgm:pt>
    <dgm:pt modelId="{7D867E53-55E0-401B-954E-2A827EC3846F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Data Management Layer</a:t>
          </a:r>
          <a:endParaRPr lang="en-US" dirty="0"/>
        </a:p>
      </dgm:t>
    </dgm:pt>
    <dgm:pt modelId="{7B311042-AB64-4FB7-940B-A3B179C00884}" type="parTrans" cxnId="{0B9C91BB-6049-46D6-9C16-987BC3142A6E}">
      <dgm:prSet/>
      <dgm:spPr/>
    </dgm:pt>
    <dgm:pt modelId="{C7E7992E-6612-42B1-96CF-3550DD4B5D07}" type="sibTrans" cxnId="{0B9C91BB-6049-46D6-9C16-987BC3142A6E}">
      <dgm:prSet/>
      <dgm:spPr/>
      <dgm:t>
        <a:bodyPr/>
        <a:lstStyle/>
        <a:p>
          <a:endParaRPr lang="en-US"/>
        </a:p>
      </dgm:t>
    </dgm:pt>
    <dgm:pt modelId="{6F7D785C-B7F1-4F94-8ABF-07130748F8DA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Communication Layer</a:t>
          </a:r>
        </a:p>
      </dgm:t>
    </dgm:pt>
    <dgm:pt modelId="{45FF00D2-F624-4C04-B69C-C3AE38D4F668}" type="parTrans" cxnId="{9D95AC98-6FBD-4C53-9B58-FE09DBB6B724}">
      <dgm:prSet/>
      <dgm:spPr/>
    </dgm:pt>
    <dgm:pt modelId="{8BFA09A9-7D89-45D3-8CE5-3934DEEB8133}" type="sibTrans" cxnId="{9D95AC98-6FBD-4C53-9B58-FE09DBB6B724}">
      <dgm:prSet/>
      <dgm:spPr/>
      <dgm:t>
        <a:bodyPr/>
        <a:lstStyle/>
        <a:p>
          <a:endParaRPr lang="en-US"/>
        </a:p>
      </dgm:t>
    </dgm:pt>
    <dgm:pt modelId="{1DDE0FBD-109D-44A1-A8AB-FA95A51190F1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Application Layer</a:t>
          </a:r>
          <a:endParaRPr lang="en-US" dirty="0"/>
        </a:p>
      </dgm:t>
    </dgm:pt>
    <dgm:pt modelId="{B0ECB970-7B37-4383-9FC9-DD65867AA9E7}" type="parTrans" cxnId="{EE4B2610-A3E3-4794-936F-DFEBAE227DA7}">
      <dgm:prSet/>
      <dgm:spPr/>
    </dgm:pt>
    <dgm:pt modelId="{7709FA54-4F77-4A27-A464-5DBCF354F8C1}" type="sibTrans" cxnId="{EE4B2610-A3E3-4794-936F-DFEBAE227DA7}">
      <dgm:prSet/>
      <dgm:spPr/>
    </dgm:pt>
    <dgm:pt modelId="{E852FC35-9DCA-4050-AA2E-90C26E6CCD60}" type="pres">
      <dgm:prSet presAssocID="{42022E4E-FF6E-48B4-ACF6-9AC0498143F2}" presName="Name0" presStyleCnt="0">
        <dgm:presLayoutVars>
          <dgm:dir/>
          <dgm:resizeHandles val="exact"/>
        </dgm:presLayoutVars>
      </dgm:prSet>
      <dgm:spPr/>
    </dgm:pt>
    <dgm:pt modelId="{ED8899AD-09B2-4569-99EB-80CCDDBAF8F9}" type="pres">
      <dgm:prSet presAssocID="{5E15329F-913B-48FD-8C86-689098F473AB}" presName="node" presStyleLbl="node1" presStyleIdx="0" presStyleCnt="5">
        <dgm:presLayoutVars>
          <dgm:bulletEnabled val="1"/>
        </dgm:presLayoutVars>
      </dgm:prSet>
      <dgm:spPr/>
    </dgm:pt>
    <dgm:pt modelId="{A583FDC1-49CD-46CA-B697-25D8A4188DB1}" type="pres">
      <dgm:prSet presAssocID="{D9A29AE4-154F-4008-993A-9D5296D50D76}" presName="sibTrans" presStyleLbl="sibTrans2D1" presStyleIdx="0" presStyleCnt="4"/>
      <dgm:spPr/>
    </dgm:pt>
    <dgm:pt modelId="{3F62C64A-435D-4D26-AA86-1F4B39A75E1E}" type="pres">
      <dgm:prSet presAssocID="{D9A29AE4-154F-4008-993A-9D5296D50D76}" presName="connectorText" presStyleLbl="sibTrans2D1" presStyleIdx="0" presStyleCnt="4"/>
      <dgm:spPr/>
    </dgm:pt>
    <dgm:pt modelId="{E3805230-CA53-4223-9ADA-F3310F8E4198}" type="pres">
      <dgm:prSet presAssocID="{4F629A4A-DCBD-4025-979B-4304DEFB29A4}" presName="node" presStyleLbl="node1" presStyleIdx="1" presStyleCnt="5">
        <dgm:presLayoutVars>
          <dgm:bulletEnabled val="1"/>
        </dgm:presLayoutVars>
      </dgm:prSet>
      <dgm:spPr/>
    </dgm:pt>
    <dgm:pt modelId="{79AC9245-A52E-4F4B-8853-C08919074688}" type="pres">
      <dgm:prSet presAssocID="{1A741123-41A4-4CD8-A847-5F462ADC7618}" presName="sibTrans" presStyleLbl="sibTrans2D1" presStyleIdx="1" presStyleCnt="4"/>
      <dgm:spPr/>
    </dgm:pt>
    <dgm:pt modelId="{19451BFA-61E9-4552-B6A9-52E6342CC10F}" type="pres">
      <dgm:prSet presAssocID="{1A741123-41A4-4CD8-A847-5F462ADC7618}" presName="connectorText" presStyleLbl="sibTrans2D1" presStyleIdx="1" presStyleCnt="4"/>
      <dgm:spPr/>
    </dgm:pt>
    <dgm:pt modelId="{5A2A3778-0222-46A7-B094-A72A2ED1E96C}" type="pres">
      <dgm:prSet presAssocID="{7D867E53-55E0-401B-954E-2A827EC3846F}" presName="node" presStyleLbl="node1" presStyleIdx="2" presStyleCnt="5">
        <dgm:presLayoutVars>
          <dgm:bulletEnabled val="1"/>
        </dgm:presLayoutVars>
      </dgm:prSet>
      <dgm:spPr/>
    </dgm:pt>
    <dgm:pt modelId="{1209E303-D510-4C09-B1B7-BC238E77655C}" type="pres">
      <dgm:prSet presAssocID="{C7E7992E-6612-42B1-96CF-3550DD4B5D07}" presName="sibTrans" presStyleLbl="sibTrans2D1" presStyleIdx="2" presStyleCnt="4"/>
      <dgm:spPr/>
    </dgm:pt>
    <dgm:pt modelId="{AC50115D-2EA1-4D49-817B-6E08680E1300}" type="pres">
      <dgm:prSet presAssocID="{C7E7992E-6612-42B1-96CF-3550DD4B5D07}" presName="connectorText" presStyleLbl="sibTrans2D1" presStyleIdx="2" presStyleCnt="4"/>
      <dgm:spPr/>
    </dgm:pt>
    <dgm:pt modelId="{221D844D-FEC3-4E23-B31E-37E2DD0FCA82}" type="pres">
      <dgm:prSet presAssocID="{6F7D785C-B7F1-4F94-8ABF-07130748F8DA}" presName="node" presStyleLbl="node1" presStyleIdx="3" presStyleCnt="5">
        <dgm:presLayoutVars>
          <dgm:bulletEnabled val="1"/>
        </dgm:presLayoutVars>
      </dgm:prSet>
      <dgm:spPr/>
    </dgm:pt>
    <dgm:pt modelId="{A71108C8-9FB7-49D7-9FD1-B2CB39572747}" type="pres">
      <dgm:prSet presAssocID="{8BFA09A9-7D89-45D3-8CE5-3934DEEB8133}" presName="sibTrans" presStyleLbl="sibTrans2D1" presStyleIdx="3" presStyleCnt="4"/>
      <dgm:spPr/>
    </dgm:pt>
    <dgm:pt modelId="{C801E1AB-CD95-4ADA-AC66-B6BD09A40780}" type="pres">
      <dgm:prSet presAssocID="{8BFA09A9-7D89-45D3-8CE5-3934DEEB8133}" presName="connectorText" presStyleLbl="sibTrans2D1" presStyleIdx="3" presStyleCnt="4"/>
      <dgm:spPr/>
    </dgm:pt>
    <dgm:pt modelId="{EF8D773E-DE60-44DA-94B7-E0DD0BB99110}" type="pres">
      <dgm:prSet presAssocID="{1DDE0FBD-109D-44A1-A8AB-FA95A51190F1}" presName="node" presStyleLbl="node1" presStyleIdx="4" presStyleCnt="5">
        <dgm:presLayoutVars>
          <dgm:bulletEnabled val="1"/>
        </dgm:presLayoutVars>
      </dgm:prSet>
      <dgm:spPr/>
    </dgm:pt>
  </dgm:ptLst>
  <dgm:cxnLst>
    <dgm:cxn modelId="{47E09F02-9B86-4EF6-8CD3-D5402C5B089D}" type="presOf" srcId="{8BFA09A9-7D89-45D3-8CE5-3934DEEB8133}" destId="{C801E1AB-CD95-4ADA-AC66-B6BD09A40780}" srcOrd="1" destOrd="0" presId="urn:microsoft.com/office/officeart/2005/8/layout/process1"/>
    <dgm:cxn modelId="{EE4B2610-A3E3-4794-936F-DFEBAE227DA7}" srcId="{42022E4E-FF6E-48B4-ACF6-9AC0498143F2}" destId="{1DDE0FBD-109D-44A1-A8AB-FA95A51190F1}" srcOrd="4" destOrd="0" parTransId="{B0ECB970-7B37-4383-9FC9-DD65867AA9E7}" sibTransId="{7709FA54-4F77-4A27-A464-5DBCF354F8C1}"/>
    <dgm:cxn modelId="{4342F919-B9B8-4239-8378-06EFC92E4A3C}" type="presOf" srcId="{4F629A4A-DCBD-4025-979B-4304DEFB29A4}" destId="{E3805230-CA53-4223-9ADA-F3310F8E4198}" srcOrd="0" destOrd="0" presId="urn:microsoft.com/office/officeart/2005/8/layout/process1"/>
    <dgm:cxn modelId="{711B0925-1076-4730-8A05-E71569BD7678}" type="presOf" srcId="{1A741123-41A4-4CD8-A847-5F462ADC7618}" destId="{79AC9245-A52E-4F4B-8853-C08919074688}" srcOrd="0" destOrd="0" presId="urn:microsoft.com/office/officeart/2005/8/layout/process1"/>
    <dgm:cxn modelId="{381FB32A-C193-4654-9A9E-26DB64331721}" type="presOf" srcId="{1A741123-41A4-4CD8-A847-5F462ADC7618}" destId="{19451BFA-61E9-4552-B6A9-52E6342CC10F}" srcOrd="1" destOrd="0" presId="urn:microsoft.com/office/officeart/2005/8/layout/process1"/>
    <dgm:cxn modelId="{43CE682E-4F15-48C9-8B53-B69F838A16ED}" type="presOf" srcId="{8BFA09A9-7D89-45D3-8CE5-3934DEEB8133}" destId="{A71108C8-9FB7-49D7-9FD1-B2CB39572747}" srcOrd="0" destOrd="0" presId="urn:microsoft.com/office/officeart/2005/8/layout/process1"/>
    <dgm:cxn modelId="{F0BFEF64-A7E0-4AE8-A9B2-41E833393282}" srcId="{42022E4E-FF6E-48B4-ACF6-9AC0498143F2}" destId="{4F629A4A-DCBD-4025-979B-4304DEFB29A4}" srcOrd="1" destOrd="0" parTransId="{B78D123E-4A0E-4394-971A-63DFDC62EE58}" sibTransId="{1A741123-41A4-4CD8-A847-5F462ADC7618}"/>
    <dgm:cxn modelId="{F4266465-122A-4A00-8158-DD3D3B627C83}" type="presOf" srcId="{C7E7992E-6612-42B1-96CF-3550DD4B5D07}" destId="{1209E303-D510-4C09-B1B7-BC238E77655C}" srcOrd="0" destOrd="0" presId="urn:microsoft.com/office/officeart/2005/8/layout/process1"/>
    <dgm:cxn modelId="{35DB7648-E847-4A6F-B120-C66CD0481E5B}" type="presOf" srcId="{42022E4E-FF6E-48B4-ACF6-9AC0498143F2}" destId="{E852FC35-9DCA-4050-AA2E-90C26E6CCD60}" srcOrd="0" destOrd="0" presId="urn:microsoft.com/office/officeart/2005/8/layout/process1"/>
    <dgm:cxn modelId="{B2A2D54C-0B1E-4267-8911-3F1CADFCAE98}" type="presOf" srcId="{C7E7992E-6612-42B1-96CF-3550DD4B5D07}" destId="{AC50115D-2EA1-4D49-817B-6E08680E1300}" srcOrd="1" destOrd="0" presId="urn:microsoft.com/office/officeart/2005/8/layout/process1"/>
    <dgm:cxn modelId="{56DB3A50-F88B-404F-A2CC-5AB5DA8FFF49}" type="presOf" srcId="{7D867E53-55E0-401B-954E-2A827EC3846F}" destId="{5A2A3778-0222-46A7-B094-A72A2ED1E96C}" srcOrd="0" destOrd="0" presId="urn:microsoft.com/office/officeart/2005/8/layout/process1"/>
    <dgm:cxn modelId="{4360B970-D712-4A71-AAF9-5AEF9AE13273}" type="presOf" srcId="{6F7D785C-B7F1-4F94-8ABF-07130748F8DA}" destId="{221D844D-FEC3-4E23-B31E-37E2DD0FCA82}" srcOrd="0" destOrd="0" presId="urn:microsoft.com/office/officeart/2005/8/layout/process1"/>
    <dgm:cxn modelId="{76FABA7D-416A-47AC-8C19-E9B6F3D37ADB}" type="presOf" srcId="{5E15329F-913B-48FD-8C86-689098F473AB}" destId="{ED8899AD-09B2-4569-99EB-80CCDDBAF8F9}" srcOrd="0" destOrd="0" presId="urn:microsoft.com/office/officeart/2005/8/layout/process1"/>
    <dgm:cxn modelId="{9D95AC98-6FBD-4C53-9B58-FE09DBB6B724}" srcId="{42022E4E-FF6E-48B4-ACF6-9AC0498143F2}" destId="{6F7D785C-B7F1-4F94-8ABF-07130748F8DA}" srcOrd="3" destOrd="0" parTransId="{45FF00D2-F624-4C04-B69C-C3AE38D4F668}" sibTransId="{8BFA09A9-7D89-45D3-8CE5-3934DEEB8133}"/>
    <dgm:cxn modelId="{16DC38A6-8928-48CE-9615-D0EE82DF201B}" srcId="{42022E4E-FF6E-48B4-ACF6-9AC0498143F2}" destId="{5E15329F-913B-48FD-8C86-689098F473AB}" srcOrd="0" destOrd="0" parTransId="{754BB8A1-8B60-487A-B8B1-336A62591A2F}" sibTransId="{D9A29AE4-154F-4008-993A-9D5296D50D76}"/>
    <dgm:cxn modelId="{434DD8B5-F642-460F-AAFC-B9C7F5B25F9C}" type="presOf" srcId="{D9A29AE4-154F-4008-993A-9D5296D50D76}" destId="{3F62C64A-435D-4D26-AA86-1F4B39A75E1E}" srcOrd="1" destOrd="0" presId="urn:microsoft.com/office/officeart/2005/8/layout/process1"/>
    <dgm:cxn modelId="{0B9C91BB-6049-46D6-9C16-987BC3142A6E}" srcId="{42022E4E-FF6E-48B4-ACF6-9AC0498143F2}" destId="{7D867E53-55E0-401B-954E-2A827EC3846F}" srcOrd="2" destOrd="0" parTransId="{7B311042-AB64-4FB7-940B-A3B179C00884}" sibTransId="{C7E7992E-6612-42B1-96CF-3550DD4B5D07}"/>
    <dgm:cxn modelId="{5A1D20C9-DB14-42E8-B4D4-170F79D351D9}" type="presOf" srcId="{1DDE0FBD-109D-44A1-A8AB-FA95A51190F1}" destId="{EF8D773E-DE60-44DA-94B7-E0DD0BB99110}" srcOrd="0" destOrd="0" presId="urn:microsoft.com/office/officeart/2005/8/layout/process1"/>
    <dgm:cxn modelId="{6CDE2CCD-4E99-42F5-9658-7F4252528D86}" type="presOf" srcId="{D9A29AE4-154F-4008-993A-9D5296D50D76}" destId="{A583FDC1-49CD-46CA-B697-25D8A4188DB1}" srcOrd="0" destOrd="0" presId="urn:microsoft.com/office/officeart/2005/8/layout/process1"/>
    <dgm:cxn modelId="{79898610-CA34-4C6B-97D9-200CB3480583}" type="presParOf" srcId="{E852FC35-9DCA-4050-AA2E-90C26E6CCD60}" destId="{ED8899AD-09B2-4569-99EB-80CCDDBAF8F9}" srcOrd="0" destOrd="0" presId="urn:microsoft.com/office/officeart/2005/8/layout/process1"/>
    <dgm:cxn modelId="{E42BA6CB-D8C1-43E7-8E75-D52AA37DC416}" type="presParOf" srcId="{E852FC35-9DCA-4050-AA2E-90C26E6CCD60}" destId="{A583FDC1-49CD-46CA-B697-25D8A4188DB1}" srcOrd="1" destOrd="0" presId="urn:microsoft.com/office/officeart/2005/8/layout/process1"/>
    <dgm:cxn modelId="{E4495E1C-54B1-47B9-B862-77B9D2D48F98}" type="presParOf" srcId="{A583FDC1-49CD-46CA-B697-25D8A4188DB1}" destId="{3F62C64A-435D-4D26-AA86-1F4B39A75E1E}" srcOrd="0" destOrd="0" presId="urn:microsoft.com/office/officeart/2005/8/layout/process1"/>
    <dgm:cxn modelId="{810B76B3-B06E-4A1C-8737-798B8E66F2AD}" type="presParOf" srcId="{E852FC35-9DCA-4050-AA2E-90C26E6CCD60}" destId="{E3805230-CA53-4223-9ADA-F3310F8E4198}" srcOrd="2" destOrd="0" presId="urn:microsoft.com/office/officeart/2005/8/layout/process1"/>
    <dgm:cxn modelId="{271FC27F-C5D6-4802-83AD-3B034166686D}" type="presParOf" srcId="{E852FC35-9DCA-4050-AA2E-90C26E6CCD60}" destId="{79AC9245-A52E-4F4B-8853-C08919074688}" srcOrd="3" destOrd="0" presId="urn:microsoft.com/office/officeart/2005/8/layout/process1"/>
    <dgm:cxn modelId="{5F7C118B-82B7-4178-9893-631A6F764949}" type="presParOf" srcId="{79AC9245-A52E-4F4B-8853-C08919074688}" destId="{19451BFA-61E9-4552-B6A9-52E6342CC10F}" srcOrd="0" destOrd="0" presId="urn:microsoft.com/office/officeart/2005/8/layout/process1"/>
    <dgm:cxn modelId="{518D7634-63D5-4B26-BEBD-BF1BA58B9227}" type="presParOf" srcId="{E852FC35-9DCA-4050-AA2E-90C26E6CCD60}" destId="{5A2A3778-0222-46A7-B094-A72A2ED1E96C}" srcOrd="4" destOrd="0" presId="urn:microsoft.com/office/officeart/2005/8/layout/process1"/>
    <dgm:cxn modelId="{02A7B094-8DFF-41D9-AA89-CEA94EEB41BF}" type="presParOf" srcId="{E852FC35-9DCA-4050-AA2E-90C26E6CCD60}" destId="{1209E303-D510-4C09-B1B7-BC238E77655C}" srcOrd="5" destOrd="0" presId="urn:microsoft.com/office/officeart/2005/8/layout/process1"/>
    <dgm:cxn modelId="{093A316E-1B4C-4079-BF65-E4CD7F672508}" type="presParOf" srcId="{1209E303-D510-4C09-B1B7-BC238E77655C}" destId="{AC50115D-2EA1-4D49-817B-6E08680E1300}" srcOrd="0" destOrd="0" presId="urn:microsoft.com/office/officeart/2005/8/layout/process1"/>
    <dgm:cxn modelId="{80ECD4E8-A785-4B47-8344-9DE7F02E9B89}" type="presParOf" srcId="{E852FC35-9DCA-4050-AA2E-90C26E6CCD60}" destId="{221D844D-FEC3-4E23-B31E-37E2DD0FCA82}" srcOrd="6" destOrd="0" presId="urn:microsoft.com/office/officeart/2005/8/layout/process1"/>
    <dgm:cxn modelId="{8C42C5E8-6CA0-441D-8E4F-EDDF51598251}" type="presParOf" srcId="{E852FC35-9DCA-4050-AA2E-90C26E6CCD60}" destId="{A71108C8-9FB7-49D7-9FD1-B2CB39572747}" srcOrd="7" destOrd="0" presId="urn:microsoft.com/office/officeart/2005/8/layout/process1"/>
    <dgm:cxn modelId="{2AE39A4C-F834-49A4-9DB2-1FDA2F598A1E}" type="presParOf" srcId="{A71108C8-9FB7-49D7-9FD1-B2CB39572747}" destId="{C801E1AB-CD95-4ADA-AC66-B6BD09A40780}" srcOrd="0" destOrd="0" presId="urn:microsoft.com/office/officeart/2005/8/layout/process1"/>
    <dgm:cxn modelId="{F68075D2-A3FD-445E-99B2-3A9D5F142A99}" type="presParOf" srcId="{E852FC35-9DCA-4050-AA2E-90C26E6CCD60}" destId="{EF8D773E-DE60-44DA-94B7-E0DD0BB9911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899AD-09B2-4569-99EB-80CCDDBAF8F9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 Display" panose="020F0302020204030204"/>
            </a:rPr>
            <a:t>Hardware Abstraction Layer </a:t>
          </a:r>
          <a:endParaRPr lang="en-US" sz="1700" kern="1200" dirty="0"/>
        </a:p>
      </dsp:txBody>
      <dsp:txXfrm>
        <a:off x="33106" y="1726125"/>
        <a:ext cx="1535772" cy="899086"/>
      </dsp:txXfrm>
    </dsp:sp>
    <dsp:sp modelId="{A583FDC1-49CD-46CA-B697-25D8A4188DB1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56023" y="2057245"/>
        <a:ext cx="236210" cy="236847"/>
      </dsp:txXfrm>
    </dsp:sp>
    <dsp:sp modelId="{E3805230-CA53-4223-9ADA-F3310F8E4198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 Display" panose="020F0302020204030204"/>
            </a:rPr>
            <a:t>Sensor Interface Layer</a:t>
          </a:r>
          <a:endParaRPr lang="en-US" sz="1700" kern="1200" dirty="0"/>
        </a:p>
      </dsp:txBody>
      <dsp:txXfrm>
        <a:off x="2261510" y="1726125"/>
        <a:ext cx="1535772" cy="899086"/>
      </dsp:txXfrm>
    </dsp:sp>
    <dsp:sp modelId="{79AC9245-A52E-4F4B-8853-C08919074688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984426" y="2057245"/>
        <a:ext cx="236210" cy="236847"/>
      </dsp:txXfrm>
    </dsp:sp>
    <dsp:sp modelId="{5A2A3778-0222-46A7-B094-A72A2ED1E96C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 Display" panose="020F0302020204030204"/>
            </a:rPr>
            <a:t>Data Management Layer</a:t>
          </a:r>
          <a:endParaRPr lang="en-US" sz="1700" kern="1200" dirty="0"/>
        </a:p>
      </dsp:txBody>
      <dsp:txXfrm>
        <a:off x="4489913" y="1726125"/>
        <a:ext cx="1535772" cy="899086"/>
      </dsp:txXfrm>
    </dsp:sp>
    <dsp:sp modelId="{1209E303-D510-4C09-B1B7-BC238E77655C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212830" y="2057245"/>
        <a:ext cx="236210" cy="236847"/>
      </dsp:txXfrm>
    </dsp:sp>
    <dsp:sp modelId="{221D844D-FEC3-4E23-B31E-37E2DD0FCA82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 Display" panose="020F0302020204030204"/>
            </a:rPr>
            <a:t>Communication Layer</a:t>
          </a:r>
        </a:p>
      </dsp:txBody>
      <dsp:txXfrm>
        <a:off x="6718317" y="1726125"/>
        <a:ext cx="1535772" cy="899086"/>
      </dsp:txXfrm>
    </dsp:sp>
    <dsp:sp modelId="{A71108C8-9FB7-49D7-9FD1-B2CB39572747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441233" y="2057245"/>
        <a:ext cx="236210" cy="236847"/>
      </dsp:txXfrm>
    </dsp:sp>
    <dsp:sp modelId="{EF8D773E-DE60-44DA-94B7-E0DD0BB99110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 Display" panose="020F0302020204030204"/>
            </a:rPr>
            <a:t>Application Layer</a:t>
          </a:r>
          <a:endParaRPr lang="en-US" sz="1700" kern="1200" dirty="0"/>
        </a:p>
      </dsp:txBody>
      <dsp:txXfrm>
        <a:off x="8946720" y="1726125"/>
        <a:ext cx="1535772" cy="899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Measurement Network Gateway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4324-F793-ECED-65D0-C2AFBC34C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– Block Diagram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16228A-A119-6CBC-6A26-D0D21B3605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9223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6358-263A-C7CC-8430-66AE46C9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Abstraction Layer (HAL)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3F41E-0834-F7AE-6248-1EEDC5CE4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The purpose of this layer is to provide a stable, versioned and unified API contract for all hardware interactions, to ensure software portability and enhanced testing.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Core functionalities:</a:t>
            </a:r>
          </a:p>
          <a:p>
            <a:pPr marL="342900" indent="-342900">
              <a:lnSpc>
                <a:spcPct val="12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Standardized API:</a:t>
            </a:r>
            <a:r>
              <a:rPr lang="en-US" sz="2000" dirty="0">
                <a:latin typeface="Calibri"/>
                <a:ea typeface="Calibri"/>
                <a:cs typeface="Calibri"/>
              </a:rPr>
              <a:t> All drivers (ADC, GPIO, SPI) expose functions with defined semantics like function parameters, error codes, blocking nature</a:t>
            </a:r>
          </a:p>
          <a:p>
            <a:pPr marL="342900" indent="-342900">
              <a:lnSpc>
                <a:spcPct val="12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Resource Lifecycle:</a:t>
            </a:r>
            <a:r>
              <a:rPr lang="en-US" sz="2000" dirty="0">
                <a:latin typeface="Calibri"/>
                <a:ea typeface="Calibri"/>
                <a:cs typeface="Calibri"/>
              </a:rPr>
              <a:t> Centralized initialization and deinitialization functions manage all system resources during system startup and shutdown.</a:t>
            </a:r>
          </a:p>
          <a:p>
            <a:pPr marL="342900" indent="-342900">
              <a:lnSpc>
                <a:spcPct val="120000"/>
              </a:lnSpc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8649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39A-E74F-331E-7EB8-0DF519AF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Interface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75540-A3E6-4453-E539-C082A9634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Purpose of this layer is to read raw data from physical sensors with precise timing, leveraging both the FPGA (PL) and processor (PS) of zynq-7000.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Core functionalities: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FPGA (PL) for precision:</a:t>
            </a:r>
            <a:r>
              <a:rPr lang="en-US" sz="2000" dirty="0">
                <a:latin typeface="Calibri"/>
                <a:ea typeface="Calibri"/>
                <a:cs typeface="Calibri"/>
              </a:rPr>
              <a:t> Implements ADC controllers and timing critical logic in hardware for jitter free, high precision sampling.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Efficient data transfer:</a:t>
            </a:r>
            <a:r>
              <a:rPr lang="en-US" sz="2000" dirty="0">
                <a:latin typeface="Calibri"/>
                <a:ea typeface="Calibri"/>
                <a:cs typeface="Calibri"/>
              </a:rPr>
              <a:t> Uses AXI DMA to stream data directly from PL to PS memory without CPU overhead.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Interrupt Handling:</a:t>
            </a:r>
            <a:r>
              <a:rPr lang="en-US" sz="2000" dirty="0">
                <a:latin typeface="Calibri"/>
                <a:ea typeface="Calibri"/>
                <a:cs typeface="Calibri"/>
              </a:rPr>
              <a:t> GPIO buttons and critical events are handled via interrupts for immediate response.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Calibri"/>
                <a:ea typeface="Calibri"/>
                <a:cs typeface="Calibri"/>
              </a:rPr>
              <a:t>Managing threads for each function.</a:t>
            </a:r>
          </a:p>
          <a:p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06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2D41-FE6B-D28E-E44A-851542F6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CE3A-BA8E-1DDA-A336-3DD0A7B6D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This layer is center for data flow, transforming raw data into calibrated, timestamped samples and managing storage. This ensures data is accurate, available for transmission.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Core functionalities: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Buffering:</a:t>
            </a:r>
            <a:r>
              <a:rPr lang="en-US" sz="2000" dirty="0">
                <a:latin typeface="Calibri"/>
                <a:ea typeface="Calibri"/>
                <a:cs typeface="Calibri"/>
              </a:rPr>
              <a:t> A thread-safe, circular buffer temporarily holds samples between acquisition and transmission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Data packaging:</a:t>
            </a:r>
            <a:r>
              <a:rPr lang="en-US" sz="2000" dirty="0">
                <a:latin typeface="Calibri"/>
                <a:ea typeface="Calibri"/>
                <a:cs typeface="Calibri"/>
              </a:rPr>
              <a:t> Applies calibration coefficients, and unit conversions to raw values. Attached high resolution timestamps.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879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6CA2-A198-51F5-CD5C-63628405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696B3-ED98-FEAE-47E0-02BD7088E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Communication layer handles all network communications with the GUI client, providing a reliable, secure, and well-defined two channel protocol, so that it provides a clear separation of concerns and enables a responsive and reliable client-server interaction.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342900" indent="-342900">
              <a:lnSpc>
                <a:spcPct val="100000"/>
              </a:lnSpc>
            </a:pPr>
            <a:r>
              <a:rPr lang="en-US" sz="2000" b="1" dirty="0"/>
              <a:t>Dual channel architecture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600" dirty="0"/>
              <a:t>Data channel is a TCP server which streams live, binary-format sensor data packets to connected GUI clients.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600" dirty="0"/>
              <a:t>Command channel is a separate TCP server which is used to send configuration commands such as start/stop, set sample rate using TCF protocol.</a:t>
            </a:r>
          </a:p>
          <a:p>
            <a:pPr marL="342900" indent="-342900">
              <a:lnSpc>
                <a:spcPct val="100000"/>
              </a:lnSpc>
            </a:pPr>
            <a:r>
              <a:rPr lang="en-US" sz="2000" b="1" dirty="0">
                <a:latin typeface="Aptos"/>
                <a:ea typeface="Calibri"/>
                <a:cs typeface="Calibri"/>
              </a:rPr>
              <a:t>Protocol features:</a:t>
            </a:r>
            <a:r>
              <a:rPr lang="en-US" sz="2000" dirty="0"/>
              <a:t> Formal wire format, CRC checks, network byte order, and standard ACK/NAK responses for all commands</a:t>
            </a:r>
          </a:p>
          <a:p>
            <a:pPr marL="342900" indent="-342900">
              <a:lnSpc>
                <a:spcPct val="100000"/>
              </a:lnSpc>
            </a:pPr>
            <a:r>
              <a:rPr lang="en-US" sz="2000" b="1" dirty="0"/>
              <a:t>Connection Management:</a:t>
            </a:r>
            <a:r>
              <a:rPr lang="en-US" sz="2000" dirty="0"/>
              <a:t> Implements heartbeats, timeouts, reconnection policies for network resilience.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5990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0C9E2-8890-7BC4-0515-6F035184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60341-F1E3-F831-961D-47B8CB584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Application layer provides the end user with a comprehensive interface for real-time monitoring, historical analysis and system configuration.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Live Data Display</a:t>
            </a:r>
            <a:r>
              <a:rPr lang="en-US" sz="2000" dirty="0">
                <a:latin typeface="Calibri"/>
                <a:ea typeface="Calibri"/>
                <a:cs typeface="Calibri"/>
              </a:rPr>
              <a:t>: Shows real time sensor values and plots up to two signals on a single plot.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Control and Configuration:</a:t>
            </a:r>
            <a:r>
              <a:rPr lang="en-US" sz="2000" dirty="0">
                <a:latin typeface="Calibri"/>
                <a:ea typeface="Calibri"/>
                <a:cs typeface="Calibri"/>
              </a:rPr>
              <a:t> Sends commands to the gateway to start/stop acquisition and configure settings.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Analytics:</a:t>
            </a:r>
            <a:r>
              <a:rPr lang="en-US" sz="2000" dirty="0">
                <a:latin typeface="Calibri"/>
                <a:ea typeface="Calibri"/>
                <a:cs typeface="Calibri"/>
              </a:rPr>
              <a:t>  Computes and displays simple analytics (min, max, avg, trend slope) on the client side.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7641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93711-4F5B-70B7-5F03-D7DA2659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Threading &amp;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0CD1C-8878-C1BA-5522-69C8A2705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To ensure the entire system operates reliably, manages concurrency safely, and can recover from faults.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Core Mechanisms: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Threading Architecture:</a:t>
            </a:r>
            <a:r>
              <a:rPr lang="en-US" sz="2000" dirty="0">
                <a:latin typeface="Calibri"/>
                <a:ea typeface="Calibri"/>
                <a:cs typeface="Calibri"/>
              </a:rPr>
              <a:t> A disciplined multi-threaded model with defined priorities and coordination using mutexes and lock-free queues to prevent priority inversion and data races.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System Lifecycle:</a:t>
            </a:r>
            <a:r>
              <a:rPr lang="en-US" sz="2000" dirty="0">
                <a:latin typeface="Calibri"/>
                <a:ea typeface="Calibri"/>
                <a:cs typeface="Calibri"/>
              </a:rPr>
              <a:t> A strict, ordered startup and graceful shutdown sequence guarantees data integrity and hardware safety.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656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ABBD-899C-7B6E-F5C3-78FC9E45E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82C7-5CD3-EF9A-95AE-334DC7A66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Calibri"/>
                <a:ea typeface="Calibri"/>
                <a:cs typeface="Calibri"/>
              </a:rPr>
              <a:t>Xilinx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Vivado</a:t>
            </a:r>
            <a:r>
              <a:rPr lang="en-US" sz="2000" dirty="0">
                <a:latin typeface="Calibri"/>
                <a:ea typeface="Calibri"/>
                <a:cs typeface="Calibri"/>
              </a:rPr>
              <a:t> 2022.1 for hardware packaging</a:t>
            </a:r>
          </a:p>
          <a:p>
            <a:pPr>
              <a:lnSpc>
                <a:spcPct val="100000"/>
              </a:lnSpc>
            </a:pPr>
            <a:r>
              <a:rPr lang="en-US" sz="2000" dirty="0" err="1">
                <a:latin typeface="Calibri"/>
                <a:ea typeface="Calibri"/>
                <a:cs typeface="Calibri"/>
              </a:rPr>
              <a:t>Petalinux</a:t>
            </a:r>
            <a:r>
              <a:rPr lang="en-US" sz="2000" dirty="0">
                <a:latin typeface="Calibri"/>
                <a:ea typeface="Calibri"/>
                <a:cs typeface="Calibri"/>
              </a:rPr>
              <a:t> 2022.1 for embedded custom OS development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Calibri"/>
                <a:ea typeface="Calibri"/>
                <a:cs typeface="Calibri"/>
              </a:rPr>
              <a:t>GUI client using GTK 3.0 C library</a:t>
            </a:r>
          </a:p>
        </p:txBody>
      </p:sp>
    </p:spTree>
    <p:extLst>
      <p:ext uri="{BB962C8B-B14F-4D97-AF65-F5344CB8AC3E}">
        <p14:creationId xmlns:p14="http://schemas.microsoft.com/office/powerpoint/2010/main" val="1349548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Measurement Network Gateway</vt:lpstr>
      <vt:lpstr>Architecture – Block Diagram</vt:lpstr>
      <vt:lpstr>Hardware Abstraction Layer (HAL)</vt:lpstr>
      <vt:lpstr>Sensor Interface Layer</vt:lpstr>
      <vt:lpstr>Data Management Layer</vt:lpstr>
      <vt:lpstr>Communication Layer</vt:lpstr>
      <vt:lpstr>Application Layer</vt:lpstr>
      <vt:lpstr>Threading &amp; Reliability</vt:lpstr>
      <vt:lpstr>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631</cp:revision>
  <dcterms:created xsi:type="dcterms:W3CDTF">2025-10-28T04:07:53Z</dcterms:created>
  <dcterms:modified xsi:type="dcterms:W3CDTF">2025-11-02T11:23:17Z</dcterms:modified>
</cp:coreProperties>
</file>