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kzidenz-Grotesk" panose="020B0604020202020204" charset="0"/>
      <p:regular r:id="rId12"/>
    </p:embeddedFont>
    <p:embeddedFont>
      <p:font typeface="Akzidenz-Grotesk Bold" panose="020B0604020202020204" charset="0"/>
      <p:regular r:id="rId13"/>
    </p:embeddedFont>
    <p:embeddedFont>
      <p:font typeface="Muli" panose="020B0604020202020204" charset="0"/>
      <p:regular r:id="rId14"/>
    </p:embeddedFont>
    <p:embeddedFont>
      <p:font typeface="Mul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80E26-6926-490C-A2A0-A930DF529004}" v="181" dt="2026-03-17T06:31:11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16200000">
            <a:off x="12965555" y="5398924"/>
            <a:ext cx="4662418" cy="6169231"/>
          </a:xfrm>
          <a:custGeom>
            <a:avLst/>
            <a:gdLst/>
            <a:ahLst/>
            <a:cxnLst/>
            <a:rect l="l" t="t" r="r" b="b"/>
            <a:pathLst>
              <a:path w="7290002" h="9545678">
                <a:moveTo>
                  <a:pt x="0" y="0"/>
                </a:moveTo>
                <a:lnTo>
                  <a:pt x="7290002" y="0"/>
                </a:lnTo>
                <a:lnTo>
                  <a:pt x="7290002" y="9545678"/>
                </a:lnTo>
                <a:lnTo>
                  <a:pt x="0" y="9545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6749"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-289057" y="-131411"/>
            <a:ext cx="4069333" cy="4840015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1" y="0"/>
                </a:lnTo>
                <a:lnTo>
                  <a:pt x="8523091" y="8229600"/>
                </a:lnTo>
                <a:close/>
              </a:path>
            </a:pathLst>
          </a:custGeom>
          <a:blipFill>
            <a:blip r:embed="rId3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3780449" y="422461"/>
            <a:ext cx="10727103" cy="487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4"/>
              </a:lnSpc>
            </a:pPr>
            <a:r>
              <a:rPr lang="en-US" sz="9851" b="1">
                <a:solidFill>
                  <a:srgbClr val="233D7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MEASUREMENT NETWORK GATEWAY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98163" y="6939723"/>
            <a:ext cx="8291675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by Mert Ali Türk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18650" y="5266868"/>
            <a:ext cx="1339582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flipH="1" flipV="1">
            <a:off x="-275577" y="-271370"/>
            <a:ext cx="3241642" cy="3802118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804143" y="7413955"/>
            <a:ext cx="2663573" cy="3092669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3527700" y="3318047"/>
            <a:ext cx="8523405" cy="5474267"/>
          </a:xfrm>
          <a:custGeom>
            <a:avLst/>
            <a:gdLst/>
            <a:ahLst/>
            <a:cxnLst/>
            <a:rect l="l" t="t" r="r" b="b"/>
            <a:pathLst>
              <a:path w="8523405" h="5474267">
                <a:moveTo>
                  <a:pt x="0" y="0"/>
                </a:moveTo>
                <a:lnTo>
                  <a:pt x="8523405" y="0"/>
                </a:lnTo>
                <a:lnTo>
                  <a:pt x="8523405" y="5474267"/>
                </a:lnTo>
                <a:lnTo>
                  <a:pt x="0" y="5474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47651" y="580546"/>
            <a:ext cx="1359269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b="1">
                <a:solidFill>
                  <a:srgbClr val="233D7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Development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flipH="1" flipV="1">
            <a:off x="-263053" y="-216444"/>
            <a:ext cx="3044574" cy="3368566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49008" y="6874634"/>
            <a:ext cx="2952608" cy="3697015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6171262" y="4206158"/>
            <a:ext cx="5945477" cy="3698046"/>
          </a:xfrm>
          <a:custGeom>
            <a:avLst/>
            <a:gdLst/>
            <a:ahLst/>
            <a:cxnLst/>
            <a:rect l="l" t="t" r="r" b="b"/>
            <a:pathLst>
              <a:path w="5945477" h="3698046">
                <a:moveTo>
                  <a:pt x="0" y="0"/>
                </a:moveTo>
                <a:lnTo>
                  <a:pt x="5945476" y="0"/>
                </a:lnTo>
                <a:lnTo>
                  <a:pt x="5945476" y="3698046"/>
                </a:lnTo>
                <a:lnTo>
                  <a:pt x="0" y="3698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41440" y="671024"/>
            <a:ext cx="1380512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b="1">
                <a:solidFill>
                  <a:srgbClr val="233D7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Software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84027" y="2945773"/>
            <a:ext cx="9022248" cy="4395454"/>
          </a:xfrm>
          <a:custGeom>
            <a:avLst/>
            <a:gdLst/>
            <a:ahLst/>
            <a:cxnLst/>
            <a:rect l="l" t="t" r="r" b="b"/>
            <a:pathLst>
              <a:path w="9022248" h="4395454">
                <a:moveTo>
                  <a:pt x="0" y="0"/>
                </a:moveTo>
                <a:lnTo>
                  <a:pt x="9022247" y="0"/>
                </a:lnTo>
                <a:lnTo>
                  <a:pt x="9022247" y="4395454"/>
                </a:lnTo>
                <a:lnTo>
                  <a:pt x="0" y="439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00988" y="-344520"/>
            <a:ext cx="3872263" cy="3946635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3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787172" y="123825"/>
            <a:ext cx="1271365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b="1">
                <a:solidFill>
                  <a:srgbClr val="233D7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Application Layer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2456" y="3098319"/>
            <a:ext cx="4778730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application layer coordinates system functionality through different modules.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2456" y="5611011"/>
            <a:ext cx="4505864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goal is to create a modular, scalable, and manageable application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-479322"/>
            <a:ext cx="27786835" cy="7376142"/>
            <a:chOff x="0" y="0"/>
            <a:chExt cx="37049113" cy="98348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99681" y="6138049"/>
            <a:ext cx="13398212" cy="3556616"/>
          </a:xfrm>
          <a:custGeom>
            <a:avLst/>
            <a:gdLst/>
            <a:ahLst/>
            <a:cxnLst/>
            <a:rect l="l" t="t" r="r" b="b"/>
            <a:pathLst>
              <a:path w="13398212" h="3556616">
                <a:moveTo>
                  <a:pt x="0" y="0"/>
                </a:moveTo>
                <a:lnTo>
                  <a:pt x="13398212" y="0"/>
                </a:lnTo>
                <a:lnTo>
                  <a:pt x="13398212" y="3556616"/>
                </a:lnTo>
                <a:lnTo>
                  <a:pt x="0" y="355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076" y="6649178"/>
            <a:ext cx="4686813" cy="3959774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2286479" y="6360655"/>
            <a:ext cx="3781909" cy="3195246"/>
            <a:chOff x="0" y="0"/>
            <a:chExt cx="996058" cy="8415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6058" cy="841546"/>
            </a:xfrm>
            <a:custGeom>
              <a:avLst/>
              <a:gdLst/>
              <a:ahLst/>
              <a:cxnLst/>
              <a:rect l="l" t="t" r="r" b="b"/>
              <a:pathLst>
                <a:path w="996058" h="841546">
                  <a:moveTo>
                    <a:pt x="34801" y="0"/>
                  </a:moveTo>
                  <a:lnTo>
                    <a:pt x="961258" y="0"/>
                  </a:lnTo>
                  <a:cubicBezTo>
                    <a:pt x="970487" y="0"/>
                    <a:pt x="979339" y="3666"/>
                    <a:pt x="985865" y="10193"/>
                  </a:cubicBezTo>
                  <a:cubicBezTo>
                    <a:pt x="992392" y="16719"/>
                    <a:pt x="996058" y="25571"/>
                    <a:pt x="996058" y="34801"/>
                  </a:cubicBezTo>
                  <a:lnTo>
                    <a:pt x="996058" y="806746"/>
                  </a:lnTo>
                  <a:cubicBezTo>
                    <a:pt x="996058" y="815975"/>
                    <a:pt x="992392" y="824827"/>
                    <a:pt x="985865" y="831354"/>
                  </a:cubicBezTo>
                  <a:cubicBezTo>
                    <a:pt x="979339" y="837880"/>
                    <a:pt x="970487" y="841546"/>
                    <a:pt x="961258" y="841546"/>
                  </a:cubicBezTo>
                  <a:lnTo>
                    <a:pt x="34801" y="841546"/>
                  </a:lnTo>
                  <a:cubicBezTo>
                    <a:pt x="25571" y="841546"/>
                    <a:pt x="16719" y="837880"/>
                    <a:pt x="10193" y="831354"/>
                  </a:cubicBezTo>
                  <a:cubicBezTo>
                    <a:pt x="3666" y="824827"/>
                    <a:pt x="0" y="815975"/>
                    <a:pt x="0" y="806746"/>
                  </a:cubicBezTo>
                  <a:lnTo>
                    <a:pt x="0" y="34801"/>
                  </a:lnTo>
                  <a:cubicBezTo>
                    <a:pt x="0" y="25571"/>
                    <a:pt x="3666" y="16719"/>
                    <a:pt x="10193" y="10193"/>
                  </a:cubicBezTo>
                  <a:cubicBezTo>
                    <a:pt x="16719" y="3666"/>
                    <a:pt x="25571" y="0"/>
                    <a:pt x="348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96058" cy="889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• easier development</a:t>
              </a:r>
            </a:p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• easier debugging</a:t>
              </a:r>
            </a:p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• code reuse</a:t>
              </a:r>
            </a:p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• parallel development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-2212589">
            <a:off x="1908202" y="5881702"/>
            <a:ext cx="510974" cy="575893"/>
          </a:xfrm>
          <a:custGeom>
            <a:avLst/>
            <a:gdLst/>
            <a:ahLst/>
            <a:cxnLst/>
            <a:rect l="l" t="t" r="r" b="b"/>
            <a:pathLst>
              <a:path w="510974" h="575893">
                <a:moveTo>
                  <a:pt x="0" y="0"/>
                </a:moveTo>
                <a:lnTo>
                  <a:pt x="510974" y="0"/>
                </a:lnTo>
                <a:lnTo>
                  <a:pt x="510974" y="575893"/>
                </a:lnTo>
                <a:lnTo>
                  <a:pt x="0" y="575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00" y="5138194"/>
            <a:ext cx="4510674" cy="3231283"/>
          </a:xfrm>
          <a:custGeom>
            <a:avLst/>
            <a:gdLst/>
            <a:ahLst/>
            <a:cxnLst/>
            <a:rect l="l" t="t" r="r" b="b"/>
            <a:pathLst>
              <a:path w="4510674" h="3231283">
                <a:moveTo>
                  <a:pt x="0" y="0"/>
                </a:moveTo>
                <a:lnTo>
                  <a:pt x="4510674" y="0"/>
                </a:lnTo>
                <a:lnTo>
                  <a:pt x="4510674" y="3231283"/>
                </a:lnTo>
                <a:lnTo>
                  <a:pt x="0" y="3231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487006" y="8636279"/>
            <a:ext cx="3798387" cy="1354772"/>
            <a:chOff x="0" y="0"/>
            <a:chExt cx="1139427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9427" cy="406400"/>
            </a:xfrm>
            <a:custGeom>
              <a:avLst/>
              <a:gdLst/>
              <a:ahLst/>
              <a:cxnLst/>
              <a:rect l="l" t="t" r="r" b="b"/>
              <a:pathLst>
                <a:path w="1139427" h="406400">
                  <a:moveTo>
                    <a:pt x="936227" y="0"/>
                  </a:moveTo>
                  <a:cubicBezTo>
                    <a:pt x="1048452" y="0"/>
                    <a:pt x="1139427" y="90976"/>
                    <a:pt x="1139427" y="203200"/>
                  </a:cubicBezTo>
                  <a:cubicBezTo>
                    <a:pt x="1139427" y="315424"/>
                    <a:pt x="1048452" y="406400"/>
                    <a:pt x="93622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13942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Divide and Conquer</a:t>
              </a:r>
            </a:p>
          </p:txBody>
        </p:sp>
      </p:grpSp>
      <p:sp>
        <p:nvSpPr>
          <p:cNvPr id="17" name="Freeform 17"/>
          <p:cNvSpPr/>
          <p:nvPr/>
        </p:nvSpPr>
        <p:spPr>
          <a:xfrm rot="19793609">
            <a:off x="9029957" y="8235304"/>
            <a:ext cx="938978" cy="793863"/>
          </a:xfrm>
          <a:custGeom>
            <a:avLst/>
            <a:gdLst/>
            <a:ahLst/>
            <a:cxnLst/>
            <a:rect l="l" t="t" r="r" b="b"/>
            <a:pathLst>
              <a:path w="938978" h="793863">
                <a:moveTo>
                  <a:pt x="0" y="0"/>
                </a:moveTo>
                <a:lnTo>
                  <a:pt x="938978" y="0"/>
                </a:lnTo>
                <a:lnTo>
                  <a:pt x="938978" y="793863"/>
                </a:lnTo>
                <a:lnTo>
                  <a:pt x="0" y="7938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787172" y="819150"/>
            <a:ext cx="1339582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How to divide to modules?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12214" y="2882625"/>
            <a:ext cx="12350766" cy="190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Divide the system into independent components.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Each module should have a single responsibility.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233D7D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-6937811" y="4489856"/>
            <a:ext cx="27786835" cy="7376142"/>
          </a:xfrm>
          <a:custGeom>
            <a:avLst/>
            <a:gdLst/>
            <a:ahLst/>
            <a:cxnLst/>
            <a:rect l="l" t="t" r="r" b="b"/>
            <a:pathLst>
              <a:path w="37049113" h="9834855">
                <a:moveTo>
                  <a:pt x="0" y="0"/>
                </a:moveTo>
                <a:lnTo>
                  <a:pt x="37049113" y="0"/>
                </a:lnTo>
                <a:lnTo>
                  <a:pt x="37049113" y="9834855"/>
                </a:lnTo>
                <a:lnTo>
                  <a:pt x="0" y="9834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-183990" y="-169368"/>
            <a:ext cx="3583228" cy="2974429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3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674452" y="5464787"/>
            <a:ext cx="708496" cy="647388"/>
          </a:xfrm>
          <a:custGeom>
            <a:avLst/>
            <a:gdLst/>
            <a:ahLst/>
            <a:cxnLst/>
            <a:rect l="l" t="t" r="r" b="b"/>
            <a:pathLst>
              <a:path w="708496" h="647388">
                <a:moveTo>
                  <a:pt x="0" y="0"/>
                </a:moveTo>
                <a:lnTo>
                  <a:pt x="708496" y="0"/>
                </a:lnTo>
                <a:lnTo>
                  <a:pt x="708496" y="647388"/>
                </a:lnTo>
                <a:lnTo>
                  <a:pt x="0" y="647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32631" y="3427112"/>
            <a:ext cx="513458" cy="759145"/>
          </a:xfrm>
          <a:custGeom>
            <a:avLst/>
            <a:gdLst/>
            <a:ahLst/>
            <a:cxnLst/>
            <a:rect l="l" t="t" r="r" b="b"/>
            <a:pathLst>
              <a:path w="513458" h="759145">
                <a:moveTo>
                  <a:pt x="0" y="0"/>
                </a:moveTo>
                <a:lnTo>
                  <a:pt x="513458" y="0"/>
                </a:lnTo>
                <a:lnTo>
                  <a:pt x="513458" y="759145"/>
                </a:lnTo>
                <a:lnTo>
                  <a:pt x="0" y="759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6095201"/>
            <a:ext cx="4389020" cy="179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No need to modify multiple files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Improves portability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Centralized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46089" y="2809713"/>
            <a:ext cx="13097636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Contains system configuration parameters.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46089" y="1092016"/>
            <a:ext cx="14050700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Configuration File in Application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0015" y="5436056"/>
            <a:ext cx="3506391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Why is it beneficial?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46089" y="3419611"/>
            <a:ext cx="900772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System behaviour changes without touching core logic.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70651" y="5559881"/>
            <a:ext cx="10943375" cy="3412236"/>
            <a:chOff x="0" y="0"/>
            <a:chExt cx="2882206" cy="8986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82206" cy="898696"/>
            </a:xfrm>
            <a:custGeom>
              <a:avLst/>
              <a:gdLst/>
              <a:ahLst/>
              <a:cxnLst/>
              <a:rect l="l" t="t" r="r" b="b"/>
              <a:pathLst>
                <a:path w="2882206" h="898696">
                  <a:moveTo>
                    <a:pt x="12027" y="0"/>
                  </a:moveTo>
                  <a:lnTo>
                    <a:pt x="2870179" y="0"/>
                  </a:lnTo>
                  <a:cubicBezTo>
                    <a:pt x="2873369" y="0"/>
                    <a:pt x="2876428" y="1267"/>
                    <a:pt x="2878683" y="3523"/>
                  </a:cubicBezTo>
                  <a:cubicBezTo>
                    <a:pt x="2880938" y="5778"/>
                    <a:pt x="2882206" y="8837"/>
                    <a:pt x="2882206" y="12027"/>
                  </a:cubicBezTo>
                  <a:lnTo>
                    <a:pt x="2882206" y="886669"/>
                  </a:lnTo>
                  <a:cubicBezTo>
                    <a:pt x="2882206" y="889859"/>
                    <a:pt x="2880938" y="892918"/>
                    <a:pt x="2878683" y="895173"/>
                  </a:cubicBezTo>
                  <a:cubicBezTo>
                    <a:pt x="2876428" y="897429"/>
                    <a:pt x="2873369" y="898696"/>
                    <a:pt x="2870179" y="898696"/>
                  </a:cubicBezTo>
                  <a:lnTo>
                    <a:pt x="12027" y="898696"/>
                  </a:lnTo>
                  <a:cubicBezTo>
                    <a:pt x="8837" y="898696"/>
                    <a:pt x="5778" y="897429"/>
                    <a:pt x="3523" y="895173"/>
                  </a:cubicBezTo>
                  <a:cubicBezTo>
                    <a:pt x="1267" y="892918"/>
                    <a:pt x="0" y="889859"/>
                    <a:pt x="0" y="886669"/>
                  </a:cubicBezTo>
                  <a:lnTo>
                    <a:pt x="0" y="12027"/>
                  </a:lnTo>
                  <a:cubicBezTo>
                    <a:pt x="0" y="8837"/>
                    <a:pt x="1267" y="5778"/>
                    <a:pt x="3523" y="3523"/>
                  </a:cubicBezTo>
                  <a:cubicBezTo>
                    <a:pt x="5778" y="1267"/>
                    <a:pt x="8837" y="0"/>
                    <a:pt x="120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882206" cy="946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/* Length of the Ring Buffer*/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B5"/>
                  </a:solidFill>
                  <a:latin typeface="Muli"/>
                  <a:ea typeface="Muli"/>
                  <a:cs typeface="Muli"/>
                  <a:sym typeface="Muli"/>
                </a:rPr>
                <a:t>#define</a:t>
              </a: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MNG_RBUF_LENGTH                  104U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/* Base frequency is maximum frequency that sensor can sampled. */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B5"/>
                  </a:solidFill>
                  <a:latin typeface="Muli"/>
                  <a:ea typeface="Muli"/>
                  <a:cs typeface="Muli"/>
                  <a:sym typeface="Muli"/>
                </a:rPr>
                <a:t>#define</a:t>
              </a: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MNG_BASE_FREQ_HZ                 1000U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/* 1 ms sensor loop sleep value. (microsec) */     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B5"/>
                  </a:solidFill>
                  <a:latin typeface="Muli"/>
                  <a:ea typeface="Muli"/>
                  <a:cs typeface="Muli"/>
                  <a:sym typeface="Muli"/>
                </a:rPr>
                <a:t>#define</a:t>
              </a: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MNG_SENSOR_LOOP_INTERVAL_US      1000</a:t>
              </a:r>
            </a:p>
            <a:p>
              <a:pPr algn="l">
                <a:lnSpc>
                  <a:spcPts val="3639"/>
                </a:lnSpc>
              </a:pPr>
              <a:endParaRPr lang="en-US" sz="2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flipH="1" flipV="1">
            <a:off x="-252721" y="-252882"/>
            <a:ext cx="3635780" cy="3578773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5039880" y="7144332"/>
            <a:ext cx="3464987" cy="3368567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2253244" y="5599383"/>
            <a:ext cx="7189351" cy="3444076"/>
            <a:chOff x="0" y="0"/>
            <a:chExt cx="1893492" cy="9070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3492" cy="907082"/>
            </a:xfrm>
            <a:custGeom>
              <a:avLst/>
              <a:gdLst/>
              <a:ahLst/>
              <a:cxnLst/>
              <a:rect l="l" t="t" r="r" b="b"/>
              <a:pathLst>
                <a:path w="1893492" h="907082">
                  <a:moveTo>
                    <a:pt x="18307" y="0"/>
                  </a:moveTo>
                  <a:lnTo>
                    <a:pt x="1875185" y="0"/>
                  </a:lnTo>
                  <a:cubicBezTo>
                    <a:pt x="1885295" y="0"/>
                    <a:pt x="1893492" y="8196"/>
                    <a:pt x="1893492" y="18307"/>
                  </a:cubicBezTo>
                  <a:lnTo>
                    <a:pt x="1893492" y="888775"/>
                  </a:lnTo>
                  <a:cubicBezTo>
                    <a:pt x="1893492" y="893630"/>
                    <a:pt x="1891563" y="898287"/>
                    <a:pt x="1888130" y="901720"/>
                  </a:cubicBezTo>
                  <a:cubicBezTo>
                    <a:pt x="1884697" y="905153"/>
                    <a:pt x="1880040" y="907082"/>
                    <a:pt x="1875185" y="907082"/>
                  </a:cubicBezTo>
                  <a:lnTo>
                    <a:pt x="18307" y="907082"/>
                  </a:lnTo>
                  <a:cubicBezTo>
                    <a:pt x="13451" y="907082"/>
                    <a:pt x="8795" y="905153"/>
                    <a:pt x="5362" y="901720"/>
                  </a:cubicBezTo>
                  <a:cubicBezTo>
                    <a:pt x="1929" y="898287"/>
                    <a:pt x="0" y="893630"/>
                    <a:pt x="0" y="888775"/>
                  </a:cubicBezTo>
                  <a:lnTo>
                    <a:pt x="0" y="18307"/>
                  </a:lnTo>
                  <a:cubicBezTo>
                    <a:pt x="0" y="13451"/>
                    <a:pt x="1929" y="8795"/>
                    <a:pt x="5362" y="5362"/>
                  </a:cubicBezTo>
                  <a:cubicBezTo>
                    <a:pt x="8795" y="1929"/>
                    <a:pt x="13451" y="0"/>
                    <a:pt x="183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93492" cy="954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main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sensor_init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ring_buffer_init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threads_init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wait for threads to exit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return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38576" y="2646948"/>
            <a:ext cx="14228164" cy="190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435" lvl="1" indent="-376718" algn="l">
              <a:lnSpc>
                <a:spcPts val="4885"/>
              </a:lnSpc>
              <a:buFont typeface="Arial"/>
              <a:buChar char="•"/>
            </a:pPr>
            <a:r>
              <a:rPr lang="en-US" sz="348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main function should be simple and clean.</a:t>
            </a:r>
          </a:p>
          <a:p>
            <a:pPr marL="753435" lvl="1" indent="-376718" algn="l">
              <a:lnSpc>
                <a:spcPts val="4885"/>
              </a:lnSpc>
              <a:buFont typeface="Arial"/>
              <a:buChar char="•"/>
            </a:pPr>
            <a:r>
              <a:rPr lang="en-US" sz="348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It is responsible for coordinating system modules.</a:t>
            </a:r>
          </a:p>
          <a:p>
            <a:pPr marL="753435" lvl="1" indent="-376718" algn="l">
              <a:lnSpc>
                <a:spcPts val="4885"/>
              </a:lnSpc>
              <a:buFont typeface="Arial"/>
              <a:buChar char="•"/>
            </a:pPr>
            <a:r>
              <a:rPr lang="en-US" sz="348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MIt interacts with modules through abstracted APIs.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46089" y="819150"/>
            <a:ext cx="1339582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Main Implementation File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830348"/>
            <a:ext cx="8238753" cy="66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sz="3489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Pseudo code for main function as follows: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flipH="1" flipV="1">
            <a:off x="-295911" y="-307627"/>
            <a:ext cx="4095608" cy="3447394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5878955" y="6439804"/>
            <a:ext cx="2597884" cy="4156842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1" y="0"/>
                </a:lnTo>
                <a:lnTo>
                  <a:pt x="85230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1381868" y="2672962"/>
            <a:ext cx="6816131" cy="9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sensor thread is responsible for sampling sensors at their desired frequencies.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43169" y="2672962"/>
            <a:ext cx="6816131" cy="135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network thread is responsible for receiving and parsing commands and sending buffered data.</a:t>
            </a:r>
            <a:endParaRPr lang="tr-TR" dirty="0"/>
          </a:p>
        </p:txBody>
      </p:sp>
      <p:sp>
        <p:nvSpPr>
          <p:cNvPr id="14" name="TextBox 14"/>
          <p:cNvSpPr txBox="1"/>
          <p:nvPr/>
        </p:nvSpPr>
        <p:spPr>
          <a:xfrm>
            <a:off x="2928218" y="819150"/>
            <a:ext cx="1339582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Threads in Application</a:t>
            </a:r>
          </a:p>
        </p:txBody>
      </p:sp>
      <p:sp>
        <p:nvSpPr>
          <p:cNvPr id="15" name="AutoShape 15"/>
          <p:cNvSpPr/>
          <p:nvPr/>
        </p:nvSpPr>
        <p:spPr>
          <a:xfrm flipH="1" flipV="1">
            <a:off x="9144000" y="2660098"/>
            <a:ext cx="0" cy="74830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2300366" y="4644428"/>
            <a:ext cx="4979135" cy="4030738"/>
            <a:chOff x="0" y="0"/>
            <a:chExt cx="1311377" cy="10615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11377" cy="1061594"/>
            </a:xfrm>
            <a:custGeom>
              <a:avLst/>
              <a:gdLst/>
              <a:ahLst/>
              <a:cxnLst/>
              <a:rect l="l" t="t" r="r" b="b"/>
              <a:pathLst>
                <a:path w="1311377" h="1061594">
                  <a:moveTo>
                    <a:pt x="26433" y="0"/>
                  </a:moveTo>
                  <a:lnTo>
                    <a:pt x="1284944" y="0"/>
                  </a:lnTo>
                  <a:cubicBezTo>
                    <a:pt x="1299543" y="0"/>
                    <a:pt x="1311377" y="11834"/>
                    <a:pt x="1311377" y="26433"/>
                  </a:cubicBezTo>
                  <a:lnTo>
                    <a:pt x="1311377" y="1035161"/>
                  </a:lnTo>
                  <a:cubicBezTo>
                    <a:pt x="1311377" y="1049759"/>
                    <a:pt x="1299543" y="1061594"/>
                    <a:pt x="1284944" y="1061594"/>
                  </a:cubicBezTo>
                  <a:lnTo>
                    <a:pt x="26433" y="1061594"/>
                  </a:lnTo>
                  <a:cubicBezTo>
                    <a:pt x="11834" y="1061594"/>
                    <a:pt x="0" y="1049759"/>
                    <a:pt x="0" y="1035161"/>
                  </a:cubicBezTo>
                  <a:lnTo>
                    <a:pt x="0" y="26433"/>
                  </a:lnTo>
                  <a:cubicBezTo>
                    <a:pt x="0" y="11834"/>
                    <a:pt x="11834" y="0"/>
                    <a:pt x="2643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11377" cy="1109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Sensor Thread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open file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loop until shutdown cmd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sample sensors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write to ring buffer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exit loop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return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44904" y="4562087"/>
            <a:ext cx="4979135" cy="4030738"/>
            <a:chOff x="0" y="0"/>
            <a:chExt cx="1311377" cy="10615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1377" cy="1061594"/>
            </a:xfrm>
            <a:custGeom>
              <a:avLst/>
              <a:gdLst/>
              <a:ahLst/>
              <a:cxnLst/>
              <a:rect l="l" t="t" r="r" b="b"/>
              <a:pathLst>
                <a:path w="1311377" h="1061594">
                  <a:moveTo>
                    <a:pt x="26433" y="0"/>
                  </a:moveTo>
                  <a:lnTo>
                    <a:pt x="1284944" y="0"/>
                  </a:lnTo>
                  <a:cubicBezTo>
                    <a:pt x="1299543" y="0"/>
                    <a:pt x="1311377" y="11834"/>
                    <a:pt x="1311377" y="26433"/>
                  </a:cubicBezTo>
                  <a:lnTo>
                    <a:pt x="1311377" y="1035161"/>
                  </a:lnTo>
                  <a:cubicBezTo>
                    <a:pt x="1311377" y="1049759"/>
                    <a:pt x="1299543" y="1061594"/>
                    <a:pt x="1284944" y="1061594"/>
                  </a:cubicBezTo>
                  <a:lnTo>
                    <a:pt x="26433" y="1061594"/>
                  </a:lnTo>
                  <a:cubicBezTo>
                    <a:pt x="11834" y="1061594"/>
                    <a:pt x="0" y="1049759"/>
                    <a:pt x="0" y="1035161"/>
                  </a:cubicBezTo>
                  <a:lnTo>
                    <a:pt x="0" y="26433"/>
                  </a:lnTo>
                  <a:cubicBezTo>
                    <a:pt x="0" y="11834"/>
                    <a:pt x="11834" y="0"/>
                    <a:pt x="2643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311377" cy="1109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Network Thread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network_init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loop until shutdown cmd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receive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parse_cmd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send(buffer)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exit loop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return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flipH="1" flipV="1">
            <a:off x="-315604" y="-334686"/>
            <a:ext cx="4502884" cy="3697015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4296137" y="6485222"/>
            <a:ext cx="4292678" cy="4156842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3039424" y="3632915"/>
            <a:ext cx="4831522" cy="4831522"/>
          </a:xfrm>
          <a:custGeom>
            <a:avLst/>
            <a:gdLst/>
            <a:ahLst/>
            <a:cxnLst/>
            <a:rect l="l" t="t" r="r" b="b"/>
            <a:pathLst>
              <a:path w="4831522" h="4831522">
                <a:moveTo>
                  <a:pt x="0" y="0"/>
                </a:moveTo>
                <a:lnTo>
                  <a:pt x="4831522" y="0"/>
                </a:lnTo>
                <a:lnTo>
                  <a:pt x="4831522" y="4831522"/>
                </a:lnTo>
                <a:lnTo>
                  <a:pt x="0" y="4831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708274" y="3612694"/>
            <a:ext cx="8761128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If you want to see demo video of MNG, please scan the QR code.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46089" y="1005001"/>
            <a:ext cx="1339582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16200000">
            <a:off x="11626952" y="4060654"/>
            <a:ext cx="6238968" cy="7588127"/>
          </a:xfrm>
          <a:custGeom>
            <a:avLst/>
            <a:gdLst/>
            <a:ahLst/>
            <a:cxnLst/>
            <a:rect l="l" t="t" r="r" b="b"/>
            <a:pathLst>
              <a:path w="7290002" h="9545678">
                <a:moveTo>
                  <a:pt x="0" y="0"/>
                </a:moveTo>
                <a:lnTo>
                  <a:pt x="7290002" y="0"/>
                </a:lnTo>
                <a:lnTo>
                  <a:pt x="7290002" y="9545678"/>
                </a:lnTo>
                <a:lnTo>
                  <a:pt x="0" y="9545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6749"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-486125" y="-381032"/>
            <a:ext cx="6079435" cy="6153807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1" y="0"/>
                </a:lnTo>
                <a:lnTo>
                  <a:pt x="8523091" y="8229600"/>
                </a:lnTo>
                <a:close/>
              </a:path>
            </a:pathLst>
          </a:custGeom>
          <a:blipFill>
            <a:blip r:embed="rId3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648760" y="3657061"/>
            <a:ext cx="12990479" cy="2321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0"/>
              </a:lnSpc>
            </a:pPr>
            <a:r>
              <a:rPr lang="en-US" sz="13080" b="1">
                <a:solidFill>
                  <a:srgbClr val="233D7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98163" y="5767609"/>
            <a:ext cx="8291675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375">
                <a:solidFill>
                  <a:srgbClr val="233D7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Özel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 alt başlık ekleyin</dc:title>
  <cp:revision>82</cp:revision>
  <dcterms:created xsi:type="dcterms:W3CDTF">2006-08-16T00:00:00Z</dcterms:created>
  <dcterms:modified xsi:type="dcterms:W3CDTF">2026-03-17T06:33:53Z</dcterms:modified>
  <dc:identifier>DAHEIs2Szjc</dc:identifier>
</cp:coreProperties>
</file>