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3.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4.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 id="2147483962" r:id="rId2"/>
    <p:sldMasterId id="2147483969" r:id="rId3"/>
    <p:sldMasterId id="2147484003" r:id="rId4"/>
    <p:sldMasterId id="2147484006" r:id="rId5"/>
  </p:sldMasterIdLst>
  <p:notesMasterIdLst>
    <p:notesMasterId r:id="rId26"/>
  </p:notesMasterIdLst>
  <p:sldIdLst>
    <p:sldId id="275" r:id="rId6"/>
    <p:sldId id="276" r:id="rId7"/>
    <p:sldId id="261" r:id="rId8"/>
    <p:sldId id="262" r:id="rId9"/>
    <p:sldId id="263" r:id="rId10"/>
    <p:sldId id="264" r:id="rId11"/>
    <p:sldId id="277" r:id="rId12"/>
    <p:sldId id="278" r:id="rId13"/>
    <p:sldId id="267" r:id="rId14"/>
    <p:sldId id="280" r:id="rId15"/>
    <p:sldId id="268" r:id="rId16"/>
    <p:sldId id="269" r:id="rId17"/>
    <p:sldId id="281" r:id="rId18"/>
    <p:sldId id="282" r:id="rId19"/>
    <p:sldId id="279" r:id="rId20"/>
    <p:sldId id="271" r:id="rId21"/>
    <p:sldId id="272" r:id="rId22"/>
    <p:sldId id="273" r:id="rId23"/>
    <p:sldId id="274" r:id="rId24"/>
    <p:sldId id="283" r:id="rId2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48" d="100"/>
          <a:sy n="48" d="100"/>
        </p:scale>
        <p:origin x="2752" y="3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ata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diagrams/_rels/drawing4.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25.png"/><Relationship Id="rId7" Type="http://schemas.openxmlformats.org/officeDocument/2006/relationships/image" Target="../media/image29.png"/><Relationship Id="rId2" Type="http://schemas.openxmlformats.org/officeDocument/2006/relationships/image" Target="../media/image24.svg"/><Relationship Id="rId1" Type="http://schemas.openxmlformats.org/officeDocument/2006/relationships/image" Target="../media/image23.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8B15E1-C1E7-4E6C-A1DF-AECB2B5C5AF9}" type="doc">
      <dgm:prSet loTypeId="urn:microsoft.com/office/officeart/2018/2/layout/IconLabelList" loCatId="icon" qsTypeId="urn:microsoft.com/office/officeart/2005/8/quickstyle/simple1" qsCatId="simple" csTypeId="urn:microsoft.com/office/officeart/2005/8/colors/accent2_2" csCatId="accent2" phldr="1"/>
      <dgm:spPr/>
      <dgm:t>
        <a:bodyPr/>
        <a:lstStyle/>
        <a:p>
          <a:endParaRPr lang="en-US"/>
        </a:p>
      </dgm:t>
    </dgm:pt>
    <dgm:pt modelId="{15FC965C-D27B-47F8-8295-E798CC9DC04B}">
      <dgm:prSet/>
      <dgm:spPr/>
      <dgm:t>
        <a:bodyPr/>
        <a:lstStyle/>
        <a:p>
          <a:pPr>
            <a:lnSpc>
              <a:spcPct val="100000"/>
            </a:lnSpc>
          </a:pPr>
          <a:r>
            <a:rPr lang="de-DE"/>
            <a:t>Develop an </a:t>
          </a:r>
          <a:r>
            <a:rPr lang="de-DE" b="1"/>
            <a:t>Embedded Linux server</a:t>
          </a:r>
          <a:r>
            <a:rPr lang="de-DE"/>
            <a:t> for sensor acquisition</a:t>
          </a:r>
          <a:endParaRPr lang="en-US"/>
        </a:p>
      </dgm:t>
    </dgm:pt>
    <dgm:pt modelId="{7BEED4D5-6997-43CD-9821-75F98E23E88A}" type="parTrans" cxnId="{9E63D83B-D9B8-4B44-A7C7-A1C19B73ADCD}">
      <dgm:prSet/>
      <dgm:spPr/>
      <dgm:t>
        <a:bodyPr/>
        <a:lstStyle/>
        <a:p>
          <a:endParaRPr lang="en-US"/>
        </a:p>
      </dgm:t>
    </dgm:pt>
    <dgm:pt modelId="{6466505B-E2FF-490E-A1FE-E9F36990A34B}" type="sibTrans" cxnId="{9E63D83B-D9B8-4B44-A7C7-A1C19B73ADCD}">
      <dgm:prSet/>
      <dgm:spPr/>
      <dgm:t>
        <a:bodyPr/>
        <a:lstStyle/>
        <a:p>
          <a:endParaRPr lang="en-US"/>
        </a:p>
      </dgm:t>
    </dgm:pt>
    <dgm:pt modelId="{706B55D7-32FF-4CF1-8116-08DE81E70EDB}">
      <dgm:prSet/>
      <dgm:spPr/>
      <dgm:t>
        <a:bodyPr/>
        <a:lstStyle/>
        <a:p>
          <a:pPr>
            <a:lnSpc>
              <a:spcPct val="100000"/>
            </a:lnSpc>
          </a:pPr>
          <a:r>
            <a:rPr lang="de-DE"/>
            <a:t>Transmit measurements via </a:t>
          </a:r>
          <a:r>
            <a:rPr lang="de-DE" b="1"/>
            <a:t>TCP/IP network communication</a:t>
          </a:r>
          <a:endParaRPr lang="en-US"/>
        </a:p>
      </dgm:t>
    </dgm:pt>
    <dgm:pt modelId="{D1F47B72-7523-4036-A5E1-F9B31E6709AF}" type="parTrans" cxnId="{816572BF-14C7-4699-B057-1CC3D5973B99}">
      <dgm:prSet/>
      <dgm:spPr/>
      <dgm:t>
        <a:bodyPr/>
        <a:lstStyle/>
        <a:p>
          <a:endParaRPr lang="en-US"/>
        </a:p>
      </dgm:t>
    </dgm:pt>
    <dgm:pt modelId="{EAE9F68A-F364-42F0-ABD5-1F7B6095F544}" type="sibTrans" cxnId="{816572BF-14C7-4699-B057-1CC3D5973B99}">
      <dgm:prSet/>
      <dgm:spPr/>
      <dgm:t>
        <a:bodyPr/>
        <a:lstStyle/>
        <a:p>
          <a:endParaRPr lang="en-US"/>
        </a:p>
      </dgm:t>
    </dgm:pt>
    <dgm:pt modelId="{C73D81AE-34D0-43CE-85A3-065BEE8D5A51}">
      <dgm:prSet/>
      <dgm:spPr/>
      <dgm:t>
        <a:bodyPr/>
        <a:lstStyle/>
        <a:p>
          <a:pPr>
            <a:lnSpc>
              <a:spcPct val="100000"/>
            </a:lnSpc>
          </a:pPr>
          <a:r>
            <a:rPr lang="de-DE"/>
            <a:t>Support </a:t>
          </a:r>
          <a:r>
            <a:rPr lang="de-DE" b="1"/>
            <a:t>multiple sensor sources</a:t>
          </a:r>
          <a:r>
            <a:rPr lang="de-DE"/>
            <a:t> (temperature, ADC, GPIO)</a:t>
          </a:r>
          <a:endParaRPr lang="en-US"/>
        </a:p>
      </dgm:t>
    </dgm:pt>
    <dgm:pt modelId="{79D09214-0DC4-4CF2-AE10-38D10F5DADAE}" type="parTrans" cxnId="{37B9335F-7F47-4B41-BCB1-080CBEAF5DA9}">
      <dgm:prSet/>
      <dgm:spPr/>
      <dgm:t>
        <a:bodyPr/>
        <a:lstStyle/>
        <a:p>
          <a:endParaRPr lang="en-US"/>
        </a:p>
      </dgm:t>
    </dgm:pt>
    <dgm:pt modelId="{84CA767B-279F-47E9-9B80-77B379AECD5B}" type="sibTrans" cxnId="{37B9335F-7F47-4B41-BCB1-080CBEAF5DA9}">
      <dgm:prSet/>
      <dgm:spPr/>
      <dgm:t>
        <a:bodyPr/>
        <a:lstStyle/>
        <a:p>
          <a:endParaRPr lang="en-US"/>
        </a:p>
      </dgm:t>
    </dgm:pt>
    <dgm:pt modelId="{935BAD1D-8372-4371-A36D-4475BEF0D3B0}">
      <dgm:prSet/>
      <dgm:spPr/>
      <dgm:t>
        <a:bodyPr/>
        <a:lstStyle/>
        <a:p>
          <a:pPr>
            <a:lnSpc>
              <a:spcPct val="100000"/>
            </a:lnSpc>
          </a:pPr>
          <a:r>
            <a:rPr lang="en-US" b="1"/>
            <a:t>GUI client</a:t>
          </a:r>
          <a:r>
            <a:rPr lang="en-US"/>
            <a:t> for visualization and control</a:t>
          </a:r>
        </a:p>
      </dgm:t>
    </dgm:pt>
    <dgm:pt modelId="{AFF5D198-1D0D-4C81-BA1C-0A98FCFC43FB}" type="parTrans" cxnId="{C2FE2066-7785-4655-8FAC-33E089398815}">
      <dgm:prSet/>
      <dgm:spPr/>
      <dgm:t>
        <a:bodyPr/>
        <a:lstStyle/>
        <a:p>
          <a:endParaRPr lang="en-US"/>
        </a:p>
      </dgm:t>
    </dgm:pt>
    <dgm:pt modelId="{F2C9D521-05FB-4804-B0E1-D03B6A8428D1}" type="sibTrans" cxnId="{C2FE2066-7785-4655-8FAC-33E089398815}">
      <dgm:prSet/>
      <dgm:spPr/>
      <dgm:t>
        <a:bodyPr/>
        <a:lstStyle/>
        <a:p>
          <a:endParaRPr lang="en-US"/>
        </a:p>
      </dgm:t>
    </dgm:pt>
    <dgm:pt modelId="{E968A0F3-5080-4566-9994-DD076FFC37FE}" type="pres">
      <dgm:prSet presAssocID="{CE8B15E1-C1E7-4E6C-A1DF-AECB2B5C5AF9}" presName="root" presStyleCnt="0">
        <dgm:presLayoutVars>
          <dgm:dir/>
          <dgm:resizeHandles val="exact"/>
        </dgm:presLayoutVars>
      </dgm:prSet>
      <dgm:spPr/>
    </dgm:pt>
    <dgm:pt modelId="{9B3812F3-ECDF-49E3-A19E-5118C207B134}" type="pres">
      <dgm:prSet presAssocID="{15FC965C-D27B-47F8-8295-E798CC9DC04B}" presName="compNode" presStyleCnt="0"/>
      <dgm:spPr/>
    </dgm:pt>
    <dgm:pt modelId="{85B702DB-7AA8-4D67-A60D-E6E0DB9471C5}" type="pres">
      <dgm:prSet presAssocID="{15FC965C-D27B-47F8-8295-E798CC9DC04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491A0B90-4B2B-4562-9AB6-5D392F90B788}" type="pres">
      <dgm:prSet presAssocID="{15FC965C-D27B-47F8-8295-E798CC9DC04B}" presName="spaceRect" presStyleCnt="0"/>
      <dgm:spPr/>
    </dgm:pt>
    <dgm:pt modelId="{40BA2C12-0CBA-47A3-A070-A664C1973A7D}" type="pres">
      <dgm:prSet presAssocID="{15FC965C-D27B-47F8-8295-E798CC9DC04B}" presName="textRect" presStyleLbl="revTx" presStyleIdx="0" presStyleCnt="4">
        <dgm:presLayoutVars>
          <dgm:chMax val="1"/>
          <dgm:chPref val="1"/>
        </dgm:presLayoutVars>
      </dgm:prSet>
      <dgm:spPr/>
    </dgm:pt>
    <dgm:pt modelId="{09B09158-6A7E-4836-AEDE-AD40C17DC03E}" type="pres">
      <dgm:prSet presAssocID="{6466505B-E2FF-490E-A1FE-E9F36990A34B}" presName="sibTrans" presStyleCnt="0"/>
      <dgm:spPr/>
    </dgm:pt>
    <dgm:pt modelId="{FA5C3E1D-EF00-40B4-AF07-E88F5FDFE4A2}" type="pres">
      <dgm:prSet presAssocID="{706B55D7-32FF-4CF1-8116-08DE81E70EDB}" presName="compNode" presStyleCnt="0"/>
      <dgm:spPr/>
    </dgm:pt>
    <dgm:pt modelId="{AA243143-099B-4193-97A7-6D2CD3F0DE6F}" type="pres">
      <dgm:prSet presAssocID="{706B55D7-32FF-4CF1-8116-08DE81E70EDB}"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ireless router"/>
        </a:ext>
      </dgm:extLst>
    </dgm:pt>
    <dgm:pt modelId="{EB5053D7-5247-4051-837D-925B79102249}" type="pres">
      <dgm:prSet presAssocID="{706B55D7-32FF-4CF1-8116-08DE81E70EDB}" presName="spaceRect" presStyleCnt="0"/>
      <dgm:spPr/>
    </dgm:pt>
    <dgm:pt modelId="{783BC50E-54A8-4562-95DA-E44AAE0A44F0}" type="pres">
      <dgm:prSet presAssocID="{706B55D7-32FF-4CF1-8116-08DE81E70EDB}" presName="textRect" presStyleLbl="revTx" presStyleIdx="1" presStyleCnt="4">
        <dgm:presLayoutVars>
          <dgm:chMax val="1"/>
          <dgm:chPref val="1"/>
        </dgm:presLayoutVars>
      </dgm:prSet>
      <dgm:spPr/>
    </dgm:pt>
    <dgm:pt modelId="{F3519BC7-DDFE-42C9-B2D4-AB0CBAAD78AF}" type="pres">
      <dgm:prSet presAssocID="{EAE9F68A-F364-42F0-ABD5-1F7B6095F544}" presName="sibTrans" presStyleCnt="0"/>
      <dgm:spPr/>
    </dgm:pt>
    <dgm:pt modelId="{4B41C58A-99D8-48D5-8776-88BED9D79331}" type="pres">
      <dgm:prSet presAssocID="{C73D81AE-34D0-43CE-85A3-065BEE8D5A51}" presName="compNode" presStyleCnt="0"/>
      <dgm:spPr/>
    </dgm:pt>
    <dgm:pt modelId="{32B932BE-50DA-415F-BC41-BC39CFA01E8C}" type="pres">
      <dgm:prSet presAssocID="{C73D81AE-34D0-43CE-85A3-065BEE8D5A51}"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atellite dish"/>
        </a:ext>
      </dgm:extLst>
    </dgm:pt>
    <dgm:pt modelId="{52AE83D6-9DD1-4A14-BA7F-77FC8F395408}" type="pres">
      <dgm:prSet presAssocID="{C73D81AE-34D0-43CE-85A3-065BEE8D5A51}" presName="spaceRect" presStyleCnt="0"/>
      <dgm:spPr/>
    </dgm:pt>
    <dgm:pt modelId="{D96EA02F-3372-4F88-ADA3-249EC0FE125B}" type="pres">
      <dgm:prSet presAssocID="{C73D81AE-34D0-43CE-85A3-065BEE8D5A51}" presName="textRect" presStyleLbl="revTx" presStyleIdx="2" presStyleCnt="4">
        <dgm:presLayoutVars>
          <dgm:chMax val="1"/>
          <dgm:chPref val="1"/>
        </dgm:presLayoutVars>
      </dgm:prSet>
      <dgm:spPr/>
    </dgm:pt>
    <dgm:pt modelId="{29160599-803D-414C-B305-23E4B174A5AB}" type="pres">
      <dgm:prSet presAssocID="{84CA767B-279F-47E9-9B80-77B379AECD5B}" presName="sibTrans" presStyleCnt="0"/>
      <dgm:spPr/>
    </dgm:pt>
    <dgm:pt modelId="{78375DED-7CA2-4F06-B38A-CB6A2B92EAB5}" type="pres">
      <dgm:prSet presAssocID="{935BAD1D-8372-4371-A36D-4475BEF0D3B0}" presName="compNode" presStyleCnt="0"/>
      <dgm:spPr/>
    </dgm:pt>
    <dgm:pt modelId="{D95BA840-F11C-4FCE-99CC-83041BF8E9E1}" type="pres">
      <dgm:prSet presAssocID="{935BAD1D-8372-4371-A36D-4475BEF0D3B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4DA9E9B1-54E7-48FE-BA7F-1663279BB727}" type="pres">
      <dgm:prSet presAssocID="{935BAD1D-8372-4371-A36D-4475BEF0D3B0}" presName="spaceRect" presStyleCnt="0"/>
      <dgm:spPr/>
    </dgm:pt>
    <dgm:pt modelId="{A0497CB8-ECAC-4648-B84D-9876D2465702}" type="pres">
      <dgm:prSet presAssocID="{935BAD1D-8372-4371-A36D-4475BEF0D3B0}" presName="textRect" presStyleLbl="revTx" presStyleIdx="3" presStyleCnt="4">
        <dgm:presLayoutVars>
          <dgm:chMax val="1"/>
          <dgm:chPref val="1"/>
        </dgm:presLayoutVars>
      </dgm:prSet>
      <dgm:spPr/>
    </dgm:pt>
  </dgm:ptLst>
  <dgm:cxnLst>
    <dgm:cxn modelId="{65BFE126-62EA-41D6-9D37-5DC0BC2944A9}" type="presOf" srcId="{15FC965C-D27B-47F8-8295-E798CC9DC04B}" destId="{40BA2C12-0CBA-47A3-A070-A664C1973A7D}" srcOrd="0" destOrd="0" presId="urn:microsoft.com/office/officeart/2018/2/layout/IconLabelList"/>
    <dgm:cxn modelId="{9E63D83B-D9B8-4B44-A7C7-A1C19B73ADCD}" srcId="{CE8B15E1-C1E7-4E6C-A1DF-AECB2B5C5AF9}" destId="{15FC965C-D27B-47F8-8295-E798CC9DC04B}" srcOrd="0" destOrd="0" parTransId="{7BEED4D5-6997-43CD-9821-75F98E23E88A}" sibTransId="{6466505B-E2FF-490E-A1FE-E9F36990A34B}"/>
    <dgm:cxn modelId="{37B9335F-7F47-4B41-BCB1-080CBEAF5DA9}" srcId="{CE8B15E1-C1E7-4E6C-A1DF-AECB2B5C5AF9}" destId="{C73D81AE-34D0-43CE-85A3-065BEE8D5A51}" srcOrd="2" destOrd="0" parTransId="{79D09214-0DC4-4CF2-AE10-38D10F5DADAE}" sibTransId="{84CA767B-279F-47E9-9B80-77B379AECD5B}"/>
    <dgm:cxn modelId="{4376D342-4BC7-4802-B33F-A23EB71F9A50}" type="presOf" srcId="{CE8B15E1-C1E7-4E6C-A1DF-AECB2B5C5AF9}" destId="{E968A0F3-5080-4566-9994-DD076FFC37FE}" srcOrd="0" destOrd="0" presId="urn:microsoft.com/office/officeart/2018/2/layout/IconLabelList"/>
    <dgm:cxn modelId="{C2FE2066-7785-4655-8FAC-33E089398815}" srcId="{CE8B15E1-C1E7-4E6C-A1DF-AECB2B5C5AF9}" destId="{935BAD1D-8372-4371-A36D-4475BEF0D3B0}" srcOrd="3" destOrd="0" parTransId="{AFF5D198-1D0D-4C81-BA1C-0A98FCFC43FB}" sibTransId="{F2C9D521-05FB-4804-B0E1-D03B6A8428D1}"/>
    <dgm:cxn modelId="{EEF51BAF-E7F6-4142-BBEB-FFBB82FF1F07}" type="presOf" srcId="{935BAD1D-8372-4371-A36D-4475BEF0D3B0}" destId="{A0497CB8-ECAC-4648-B84D-9876D2465702}" srcOrd="0" destOrd="0" presId="urn:microsoft.com/office/officeart/2018/2/layout/IconLabelList"/>
    <dgm:cxn modelId="{816572BF-14C7-4699-B057-1CC3D5973B99}" srcId="{CE8B15E1-C1E7-4E6C-A1DF-AECB2B5C5AF9}" destId="{706B55D7-32FF-4CF1-8116-08DE81E70EDB}" srcOrd="1" destOrd="0" parTransId="{D1F47B72-7523-4036-A5E1-F9B31E6709AF}" sibTransId="{EAE9F68A-F364-42F0-ABD5-1F7B6095F544}"/>
    <dgm:cxn modelId="{7716D3CF-CF42-4A24-96FA-8313AD6B7F3A}" type="presOf" srcId="{706B55D7-32FF-4CF1-8116-08DE81E70EDB}" destId="{783BC50E-54A8-4562-95DA-E44AAE0A44F0}" srcOrd="0" destOrd="0" presId="urn:microsoft.com/office/officeart/2018/2/layout/IconLabelList"/>
    <dgm:cxn modelId="{C2D49AED-AE29-457F-921A-79655D53B821}" type="presOf" srcId="{C73D81AE-34D0-43CE-85A3-065BEE8D5A51}" destId="{D96EA02F-3372-4F88-ADA3-249EC0FE125B}" srcOrd="0" destOrd="0" presId="urn:microsoft.com/office/officeart/2018/2/layout/IconLabelList"/>
    <dgm:cxn modelId="{247E5925-6047-4CE2-913A-11D7D8A0C1E2}" type="presParOf" srcId="{E968A0F3-5080-4566-9994-DD076FFC37FE}" destId="{9B3812F3-ECDF-49E3-A19E-5118C207B134}" srcOrd="0" destOrd="0" presId="urn:microsoft.com/office/officeart/2018/2/layout/IconLabelList"/>
    <dgm:cxn modelId="{69A85408-CA28-438A-983B-5B6EAC849FD2}" type="presParOf" srcId="{9B3812F3-ECDF-49E3-A19E-5118C207B134}" destId="{85B702DB-7AA8-4D67-A60D-E6E0DB9471C5}" srcOrd="0" destOrd="0" presId="urn:microsoft.com/office/officeart/2018/2/layout/IconLabelList"/>
    <dgm:cxn modelId="{BB954994-24EA-46D4-A7A8-316F5CB09D08}" type="presParOf" srcId="{9B3812F3-ECDF-49E3-A19E-5118C207B134}" destId="{491A0B90-4B2B-4562-9AB6-5D392F90B788}" srcOrd="1" destOrd="0" presId="urn:microsoft.com/office/officeart/2018/2/layout/IconLabelList"/>
    <dgm:cxn modelId="{144F71AC-610D-483B-9FB9-DBB41357E92A}" type="presParOf" srcId="{9B3812F3-ECDF-49E3-A19E-5118C207B134}" destId="{40BA2C12-0CBA-47A3-A070-A664C1973A7D}" srcOrd="2" destOrd="0" presId="urn:microsoft.com/office/officeart/2018/2/layout/IconLabelList"/>
    <dgm:cxn modelId="{1650060E-4D60-4313-9F3B-976547F4481D}" type="presParOf" srcId="{E968A0F3-5080-4566-9994-DD076FFC37FE}" destId="{09B09158-6A7E-4836-AEDE-AD40C17DC03E}" srcOrd="1" destOrd="0" presId="urn:microsoft.com/office/officeart/2018/2/layout/IconLabelList"/>
    <dgm:cxn modelId="{3D628BC7-5BE3-49C3-8C8F-F68AFD58195E}" type="presParOf" srcId="{E968A0F3-5080-4566-9994-DD076FFC37FE}" destId="{FA5C3E1D-EF00-40B4-AF07-E88F5FDFE4A2}" srcOrd="2" destOrd="0" presId="urn:microsoft.com/office/officeart/2018/2/layout/IconLabelList"/>
    <dgm:cxn modelId="{4CB06165-6EF1-4B35-AD44-E083581F74F5}" type="presParOf" srcId="{FA5C3E1D-EF00-40B4-AF07-E88F5FDFE4A2}" destId="{AA243143-099B-4193-97A7-6D2CD3F0DE6F}" srcOrd="0" destOrd="0" presId="urn:microsoft.com/office/officeart/2018/2/layout/IconLabelList"/>
    <dgm:cxn modelId="{1A7CA8FB-2084-4E10-A7C4-A5D095D117E6}" type="presParOf" srcId="{FA5C3E1D-EF00-40B4-AF07-E88F5FDFE4A2}" destId="{EB5053D7-5247-4051-837D-925B79102249}" srcOrd="1" destOrd="0" presId="urn:microsoft.com/office/officeart/2018/2/layout/IconLabelList"/>
    <dgm:cxn modelId="{4D3355D3-838A-45CF-BD9C-B968D1570952}" type="presParOf" srcId="{FA5C3E1D-EF00-40B4-AF07-E88F5FDFE4A2}" destId="{783BC50E-54A8-4562-95DA-E44AAE0A44F0}" srcOrd="2" destOrd="0" presId="urn:microsoft.com/office/officeart/2018/2/layout/IconLabelList"/>
    <dgm:cxn modelId="{67267BB9-AD03-4451-B569-9C99DC7E51B4}" type="presParOf" srcId="{E968A0F3-5080-4566-9994-DD076FFC37FE}" destId="{F3519BC7-DDFE-42C9-B2D4-AB0CBAAD78AF}" srcOrd="3" destOrd="0" presId="urn:microsoft.com/office/officeart/2018/2/layout/IconLabelList"/>
    <dgm:cxn modelId="{55AA036C-31B1-4CDA-8000-808B39CA5285}" type="presParOf" srcId="{E968A0F3-5080-4566-9994-DD076FFC37FE}" destId="{4B41C58A-99D8-48D5-8776-88BED9D79331}" srcOrd="4" destOrd="0" presId="urn:microsoft.com/office/officeart/2018/2/layout/IconLabelList"/>
    <dgm:cxn modelId="{A4CCB019-E419-49DA-B9AB-2825B50F6DFB}" type="presParOf" srcId="{4B41C58A-99D8-48D5-8776-88BED9D79331}" destId="{32B932BE-50DA-415F-BC41-BC39CFA01E8C}" srcOrd="0" destOrd="0" presId="urn:microsoft.com/office/officeart/2018/2/layout/IconLabelList"/>
    <dgm:cxn modelId="{8DE22C26-0C15-4B0A-8292-6AA410D59A92}" type="presParOf" srcId="{4B41C58A-99D8-48D5-8776-88BED9D79331}" destId="{52AE83D6-9DD1-4A14-BA7F-77FC8F395408}" srcOrd="1" destOrd="0" presId="urn:microsoft.com/office/officeart/2018/2/layout/IconLabelList"/>
    <dgm:cxn modelId="{194FED4B-0209-4B01-B3CA-1760781C134E}" type="presParOf" srcId="{4B41C58A-99D8-48D5-8776-88BED9D79331}" destId="{D96EA02F-3372-4F88-ADA3-249EC0FE125B}" srcOrd="2" destOrd="0" presId="urn:microsoft.com/office/officeart/2018/2/layout/IconLabelList"/>
    <dgm:cxn modelId="{D6F9C63E-117F-465D-826B-C8B6E7F4F01B}" type="presParOf" srcId="{E968A0F3-5080-4566-9994-DD076FFC37FE}" destId="{29160599-803D-414C-B305-23E4B174A5AB}" srcOrd="5" destOrd="0" presId="urn:microsoft.com/office/officeart/2018/2/layout/IconLabelList"/>
    <dgm:cxn modelId="{166B6C15-534F-4893-BCE5-CE5AEABCE7D1}" type="presParOf" srcId="{E968A0F3-5080-4566-9994-DD076FFC37FE}" destId="{78375DED-7CA2-4F06-B38A-CB6A2B92EAB5}" srcOrd="6" destOrd="0" presId="urn:microsoft.com/office/officeart/2018/2/layout/IconLabelList"/>
    <dgm:cxn modelId="{21C445DF-1D8F-4D6A-A353-9686A8560CDF}" type="presParOf" srcId="{78375DED-7CA2-4F06-B38A-CB6A2B92EAB5}" destId="{D95BA840-F11C-4FCE-99CC-83041BF8E9E1}" srcOrd="0" destOrd="0" presId="urn:microsoft.com/office/officeart/2018/2/layout/IconLabelList"/>
    <dgm:cxn modelId="{26639C04-457F-4C9B-AB50-40B46A99D5DE}" type="presParOf" srcId="{78375DED-7CA2-4F06-B38A-CB6A2B92EAB5}" destId="{4DA9E9B1-54E7-48FE-BA7F-1663279BB727}" srcOrd="1" destOrd="0" presId="urn:microsoft.com/office/officeart/2018/2/layout/IconLabelList"/>
    <dgm:cxn modelId="{D0CC4B0B-0A02-43A5-8CA6-E9A582CF397B}" type="presParOf" srcId="{78375DED-7CA2-4F06-B38A-CB6A2B92EAB5}" destId="{A0497CB8-ECAC-4648-B84D-9876D2465702}"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A85844-65B0-4C84-8613-D2525B565F81}" type="doc">
      <dgm:prSet loTypeId="urn:microsoft.com/office/officeart/2005/8/layout/process4" loCatId="process" qsTypeId="urn:microsoft.com/office/officeart/2005/8/quickstyle/simple1" qsCatId="simple" csTypeId="urn:microsoft.com/office/officeart/2005/8/colors/colorful5" csCatId="colorful"/>
      <dgm:spPr/>
      <dgm:t>
        <a:bodyPr/>
        <a:lstStyle/>
        <a:p>
          <a:endParaRPr lang="en-US"/>
        </a:p>
      </dgm:t>
    </dgm:pt>
    <dgm:pt modelId="{D7B89858-AF4C-42BE-9087-2968C0446857}">
      <dgm:prSet/>
      <dgm:spPr/>
      <dgm:t>
        <a:bodyPr/>
        <a:lstStyle/>
        <a:p>
          <a:r>
            <a:rPr lang="en-US" b="1"/>
            <a:t>FPGA hardware</a:t>
          </a:r>
          <a:r>
            <a:rPr lang="en-US"/>
            <a:t> for sensor acquisition</a:t>
          </a:r>
        </a:p>
      </dgm:t>
    </dgm:pt>
    <dgm:pt modelId="{2F9B7278-FE8D-4264-AC14-6A188A98B20B}" type="parTrans" cxnId="{05427AC9-047D-4EE1-A7D9-216DEB61CBCA}">
      <dgm:prSet/>
      <dgm:spPr/>
      <dgm:t>
        <a:bodyPr/>
        <a:lstStyle/>
        <a:p>
          <a:endParaRPr lang="en-US"/>
        </a:p>
      </dgm:t>
    </dgm:pt>
    <dgm:pt modelId="{7E8A0285-0CE7-41BC-BD32-3E25239CD50A}" type="sibTrans" cxnId="{05427AC9-047D-4EE1-A7D9-216DEB61CBCA}">
      <dgm:prSet/>
      <dgm:spPr/>
      <dgm:t>
        <a:bodyPr/>
        <a:lstStyle/>
        <a:p>
          <a:endParaRPr lang="en-US"/>
        </a:p>
      </dgm:t>
    </dgm:pt>
    <dgm:pt modelId="{59F2C453-6920-4F0E-B99B-7A1D76E7C009}">
      <dgm:prSet/>
      <dgm:spPr/>
      <dgm:t>
        <a:bodyPr/>
        <a:lstStyle/>
        <a:p>
          <a:r>
            <a:rPr lang="en-US" b="1" dirty="0"/>
            <a:t>Embedded Linux server</a:t>
          </a:r>
          <a:r>
            <a:rPr lang="en-US" dirty="0"/>
            <a:t> for data processing and communication</a:t>
          </a:r>
        </a:p>
      </dgm:t>
    </dgm:pt>
    <dgm:pt modelId="{B712406E-326D-47D7-BFF7-E66D3650DF97}" type="parTrans" cxnId="{DFAB7CA5-59A4-42A6-8081-3F2D70DA9EBE}">
      <dgm:prSet/>
      <dgm:spPr/>
      <dgm:t>
        <a:bodyPr/>
        <a:lstStyle/>
        <a:p>
          <a:endParaRPr lang="en-US"/>
        </a:p>
      </dgm:t>
    </dgm:pt>
    <dgm:pt modelId="{92484958-CBBA-4587-857E-8580A3538142}" type="sibTrans" cxnId="{DFAB7CA5-59A4-42A6-8081-3F2D70DA9EBE}">
      <dgm:prSet/>
      <dgm:spPr/>
      <dgm:t>
        <a:bodyPr/>
        <a:lstStyle/>
        <a:p>
          <a:endParaRPr lang="en-US"/>
        </a:p>
      </dgm:t>
    </dgm:pt>
    <dgm:pt modelId="{C3C34FB0-F352-4417-89B4-13782D3B6FC0}">
      <dgm:prSet/>
      <dgm:spPr/>
      <dgm:t>
        <a:bodyPr/>
        <a:lstStyle/>
        <a:p>
          <a:r>
            <a:rPr lang="en-US" b="1" dirty="0"/>
            <a:t>GUI client</a:t>
          </a:r>
          <a:r>
            <a:rPr lang="en-US" dirty="0"/>
            <a:t> for visualization and control</a:t>
          </a:r>
        </a:p>
      </dgm:t>
    </dgm:pt>
    <dgm:pt modelId="{299C8C26-307B-418B-A412-A791E26CA26F}" type="parTrans" cxnId="{84E8E23C-49D7-4B47-87B6-6D6C25341C0A}">
      <dgm:prSet/>
      <dgm:spPr/>
      <dgm:t>
        <a:bodyPr/>
        <a:lstStyle/>
        <a:p>
          <a:endParaRPr lang="en-US"/>
        </a:p>
      </dgm:t>
    </dgm:pt>
    <dgm:pt modelId="{6A74FB81-119E-4D6A-AE98-F4D864B7536F}" type="sibTrans" cxnId="{84E8E23C-49D7-4B47-87B6-6D6C25341C0A}">
      <dgm:prSet/>
      <dgm:spPr/>
      <dgm:t>
        <a:bodyPr/>
        <a:lstStyle/>
        <a:p>
          <a:endParaRPr lang="en-US"/>
        </a:p>
      </dgm:t>
    </dgm:pt>
    <dgm:pt modelId="{51496A45-4E27-406A-AEE2-05429A4851D5}" type="pres">
      <dgm:prSet presAssocID="{90A85844-65B0-4C84-8613-D2525B565F81}" presName="Name0" presStyleCnt="0">
        <dgm:presLayoutVars>
          <dgm:dir/>
          <dgm:animLvl val="lvl"/>
          <dgm:resizeHandles val="exact"/>
        </dgm:presLayoutVars>
      </dgm:prSet>
      <dgm:spPr/>
    </dgm:pt>
    <dgm:pt modelId="{D4F3D535-E04D-46CC-B44F-389AC9B9C2FD}" type="pres">
      <dgm:prSet presAssocID="{C3C34FB0-F352-4417-89B4-13782D3B6FC0}" presName="boxAndChildren" presStyleCnt="0"/>
      <dgm:spPr/>
    </dgm:pt>
    <dgm:pt modelId="{52BBFFF5-0AC0-4440-A87D-7D4628B38C6A}" type="pres">
      <dgm:prSet presAssocID="{C3C34FB0-F352-4417-89B4-13782D3B6FC0}" presName="parentTextBox" presStyleLbl="node1" presStyleIdx="0" presStyleCnt="3" custLinFactNeighborX="-6065" custLinFactNeighborY="-2224"/>
      <dgm:spPr/>
    </dgm:pt>
    <dgm:pt modelId="{706ED68A-EFA0-42E3-A60C-8F24E1B5B77A}" type="pres">
      <dgm:prSet presAssocID="{92484958-CBBA-4587-857E-8580A3538142}" presName="sp" presStyleCnt="0"/>
      <dgm:spPr/>
    </dgm:pt>
    <dgm:pt modelId="{32134F7C-B27C-4A77-8778-38E501E4F970}" type="pres">
      <dgm:prSet presAssocID="{59F2C453-6920-4F0E-B99B-7A1D76E7C009}" presName="arrowAndChildren" presStyleCnt="0"/>
      <dgm:spPr/>
    </dgm:pt>
    <dgm:pt modelId="{4CD63FEA-F942-4D3A-88CD-98F185C20717}" type="pres">
      <dgm:prSet presAssocID="{59F2C453-6920-4F0E-B99B-7A1D76E7C009}" presName="parentTextArrow" presStyleLbl="node1" presStyleIdx="1" presStyleCnt="3"/>
      <dgm:spPr/>
    </dgm:pt>
    <dgm:pt modelId="{4F5ECBE7-BF76-4BB7-882F-82E294173657}" type="pres">
      <dgm:prSet presAssocID="{7E8A0285-0CE7-41BC-BD32-3E25239CD50A}" presName="sp" presStyleCnt="0"/>
      <dgm:spPr/>
    </dgm:pt>
    <dgm:pt modelId="{88F2C841-45A7-42CE-8F7B-346E27078564}" type="pres">
      <dgm:prSet presAssocID="{D7B89858-AF4C-42BE-9087-2968C0446857}" presName="arrowAndChildren" presStyleCnt="0"/>
      <dgm:spPr/>
    </dgm:pt>
    <dgm:pt modelId="{A3564DAF-9AB6-45AB-AD35-C25769975947}" type="pres">
      <dgm:prSet presAssocID="{D7B89858-AF4C-42BE-9087-2968C0446857}" presName="parentTextArrow" presStyleLbl="node1" presStyleIdx="2" presStyleCnt="3" custLinFactNeighborX="233" custLinFactNeighborY="-2759"/>
      <dgm:spPr/>
    </dgm:pt>
  </dgm:ptLst>
  <dgm:cxnLst>
    <dgm:cxn modelId="{1AE1D500-EBB8-4FE9-9026-7027C57F7ECA}" type="presOf" srcId="{D7B89858-AF4C-42BE-9087-2968C0446857}" destId="{A3564DAF-9AB6-45AB-AD35-C25769975947}" srcOrd="0" destOrd="0" presId="urn:microsoft.com/office/officeart/2005/8/layout/process4"/>
    <dgm:cxn modelId="{84E8E23C-49D7-4B47-87B6-6D6C25341C0A}" srcId="{90A85844-65B0-4C84-8613-D2525B565F81}" destId="{C3C34FB0-F352-4417-89B4-13782D3B6FC0}" srcOrd="2" destOrd="0" parTransId="{299C8C26-307B-418B-A412-A791E26CA26F}" sibTransId="{6A74FB81-119E-4D6A-AE98-F4D864B7536F}"/>
    <dgm:cxn modelId="{5D02FB71-6922-4E01-8214-72A90A21AE64}" type="presOf" srcId="{90A85844-65B0-4C84-8613-D2525B565F81}" destId="{51496A45-4E27-406A-AEE2-05429A4851D5}" srcOrd="0" destOrd="0" presId="urn:microsoft.com/office/officeart/2005/8/layout/process4"/>
    <dgm:cxn modelId="{DFAB7CA5-59A4-42A6-8081-3F2D70DA9EBE}" srcId="{90A85844-65B0-4C84-8613-D2525B565F81}" destId="{59F2C453-6920-4F0E-B99B-7A1D76E7C009}" srcOrd="1" destOrd="0" parTransId="{B712406E-326D-47D7-BFF7-E66D3650DF97}" sibTransId="{92484958-CBBA-4587-857E-8580A3538142}"/>
    <dgm:cxn modelId="{05427AC9-047D-4EE1-A7D9-216DEB61CBCA}" srcId="{90A85844-65B0-4C84-8613-D2525B565F81}" destId="{D7B89858-AF4C-42BE-9087-2968C0446857}" srcOrd="0" destOrd="0" parTransId="{2F9B7278-FE8D-4264-AC14-6A188A98B20B}" sibTransId="{7E8A0285-0CE7-41BC-BD32-3E25239CD50A}"/>
    <dgm:cxn modelId="{ABF2B6CD-96FC-4062-9268-129D8127F402}" type="presOf" srcId="{C3C34FB0-F352-4417-89B4-13782D3B6FC0}" destId="{52BBFFF5-0AC0-4440-A87D-7D4628B38C6A}" srcOrd="0" destOrd="0" presId="urn:microsoft.com/office/officeart/2005/8/layout/process4"/>
    <dgm:cxn modelId="{7CAC12FE-481C-446C-80B3-BAEEA687BCD9}" type="presOf" srcId="{59F2C453-6920-4F0E-B99B-7A1D76E7C009}" destId="{4CD63FEA-F942-4D3A-88CD-98F185C20717}" srcOrd="0" destOrd="0" presId="urn:microsoft.com/office/officeart/2005/8/layout/process4"/>
    <dgm:cxn modelId="{1ED131D3-560D-4869-8018-E9CC0B19CA3C}" type="presParOf" srcId="{51496A45-4E27-406A-AEE2-05429A4851D5}" destId="{D4F3D535-E04D-46CC-B44F-389AC9B9C2FD}" srcOrd="0" destOrd="0" presId="urn:microsoft.com/office/officeart/2005/8/layout/process4"/>
    <dgm:cxn modelId="{5C056A49-CEBC-49C1-AC90-D590EC9573D3}" type="presParOf" srcId="{D4F3D535-E04D-46CC-B44F-389AC9B9C2FD}" destId="{52BBFFF5-0AC0-4440-A87D-7D4628B38C6A}" srcOrd="0" destOrd="0" presId="urn:microsoft.com/office/officeart/2005/8/layout/process4"/>
    <dgm:cxn modelId="{E795FE7A-F4EE-4562-945E-F16BC594F30D}" type="presParOf" srcId="{51496A45-4E27-406A-AEE2-05429A4851D5}" destId="{706ED68A-EFA0-42E3-A60C-8F24E1B5B77A}" srcOrd="1" destOrd="0" presId="urn:microsoft.com/office/officeart/2005/8/layout/process4"/>
    <dgm:cxn modelId="{A1A49D6C-7F16-4EEF-85CA-26A9E1544D6A}" type="presParOf" srcId="{51496A45-4E27-406A-AEE2-05429A4851D5}" destId="{32134F7C-B27C-4A77-8778-38E501E4F970}" srcOrd="2" destOrd="0" presId="urn:microsoft.com/office/officeart/2005/8/layout/process4"/>
    <dgm:cxn modelId="{3664B670-3B47-489B-9316-4DD6ABC0249A}" type="presParOf" srcId="{32134F7C-B27C-4A77-8778-38E501E4F970}" destId="{4CD63FEA-F942-4D3A-88CD-98F185C20717}" srcOrd="0" destOrd="0" presId="urn:microsoft.com/office/officeart/2005/8/layout/process4"/>
    <dgm:cxn modelId="{29D7C82A-C1F9-4F48-B0CD-396DB425CD3D}" type="presParOf" srcId="{51496A45-4E27-406A-AEE2-05429A4851D5}" destId="{4F5ECBE7-BF76-4BB7-882F-82E294173657}" srcOrd="3" destOrd="0" presId="urn:microsoft.com/office/officeart/2005/8/layout/process4"/>
    <dgm:cxn modelId="{4F42CF8C-718E-49BC-82DA-8D1BFD6EBAAE}" type="presParOf" srcId="{51496A45-4E27-406A-AEE2-05429A4851D5}" destId="{88F2C841-45A7-42CE-8F7B-346E27078564}" srcOrd="4" destOrd="0" presId="urn:microsoft.com/office/officeart/2005/8/layout/process4"/>
    <dgm:cxn modelId="{77C46D93-317B-4B64-8AB1-57EB50F297F1}" type="presParOf" srcId="{88F2C841-45A7-42CE-8F7B-346E27078564}" destId="{A3564DAF-9AB6-45AB-AD35-C25769975947}"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FCB18CC-D7CE-4BA0-8511-F4269F0840D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5FDD95EE-B72D-48FF-8DA7-00F6D8D5D28E}">
      <dgm:prSet/>
      <dgm:spPr/>
      <dgm:t>
        <a:bodyPr/>
        <a:lstStyle/>
        <a:p>
          <a:r>
            <a:rPr lang="de-DE" b="1"/>
            <a:t>FPGA board</a:t>
          </a:r>
          <a:r>
            <a:rPr lang="de-DE"/>
            <a:t> for data acquisition</a:t>
          </a:r>
          <a:endParaRPr lang="en-US"/>
        </a:p>
      </dgm:t>
    </dgm:pt>
    <dgm:pt modelId="{1D63126A-B16C-4B15-A717-7BF9C4BFDC15}" type="parTrans" cxnId="{19DC9E37-27C4-49C6-A4CB-E9E4632F49D3}">
      <dgm:prSet/>
      <dgm:spPr/>
      <dgm:t>
        <a:bodyPr/>
        <a:lstStyle/>
        <a:p>
          <a:endParaRPr lang="en-US"/>
        </a:p>
      </dgm:t>
    </dgm:pt>
    <dgm:pt modelId="{D838CD1F-16DB-4D92-BF4D-13117C61B1AE}" type="sibTrans" cxnId="{19DC9E37-27C4-49C6-A4CB-E9E4632F49D3}">
      <dgm:prSet/>
      <dgm:spPr/>
      <dgm:t>
        <a:bodyPr/>
        <a:lstStyle/>
        <a:p>
          <a:endParaRPr lang="en-US"/>
        </a:p>
      </dgm:t>
    </dgm:pt>
    <dgm:pt modelId="{832A45C3-DBCA-456C-8AFD-9163EA800A90}">
      <dgm:prSet/>
      <dgm:spPr/>
      <dgm:t>
        <a:bodyPr/>
        <a:lstStyle/>
        <a:p>
          <a:r>
            <a:rPr lang="de-DE" b="1"/>
            <a:t>Temperature sensor (MAX31865)</a:t>
          </a:r>
          <a:endParaRPr lang="en-US"/>
        </a:p>
      </dgm:t>
    </dgm:pt>
    <dgm:pt modelId="{BC06E3D3-BEB5-442D-906D-DC1C439AAC81}" type="parTrans" cxnId="{656771B7-DADD-44C5-9808-8F6A74CF5E48}">
      <dgm:prSet/>
      <dgm:spPr/>
      <dgm:t>
        <a:bodyPr/>
        <a:lstStyle/>
        <a:p>
          <a:endParaRPr lang="en-US"/>
        </a:p>
      </dgm:t>
    </dgm:pt>
    <dgm:pt modelId="{21E691D7-AEDD-4A08-8E8E-25E4989D7BA6}" type="sibTrans" cxnId="{656771B7-DADD-44C5-9808-8F6A74CF5E48}">
      <dgm:prSet/>
      <dgm:spPr/>
      <dgm:t>
        <a:bodyPr/>
        <a:lstStyle/>
        <a:p>
          <a:endParaRPr lang="en-US"/>
        </a:p>
      </dgm:t>
    </dgm:pt>
    <dgm:pt modelId="{E1E69F86-2225-485E-9779-B55202EF0C21}">
      <dgm:prSet/>
      <dgm:spPr/>
      <dgm:t>
        <a:bodyPr/>
        <a:lstStyle/>
        <a:p>
          <a:r>
            <a:rPr lang="de-DE" b="1"/>
            <a:t>Analog-to-Digital Converter channels (ADC)</a:t>
          </a:r>
          <a:endParaRPr lang="en-US"/>
        </a:p>
      </dgm:t>
    </dgm:pt>
    <dgm:pt modelId="{E164AAC2-A5F1-4612-BC8F-58CF86BE114F}" type="parTrans" cxnId="{F1AF406B-5075-469E-A216-F7FD7589C35E}">
      <dgm:prSet/>
      <dgm:spPr/>
      <dgm:t>
        <a:bodyPr/>
        <a:lstStyle/>
        <a:p>
          <a:endParaRPr lang="en-US"/>
        </a:p>
      </dgm:t>
    </dgm:pt>
    <dgm:pt modelId="{D0FCA7C4-3BB2-449A-BEA7-82DFD153BA00}" type="sibTrans" cxnId="{F1AF406B-5075-469E-A216-F7FD7589C35E}">
      <dgm:prSet/>
      <dgm:spPr/>
      <dgm:t>
        <a:bodyPr/>
        <a:lstStyle/>
        <a:p>
          <a:endParaRPr lang="en-US"/>
        </a:p>
      </dgm:t>
    </dgm:pt>
    <dgm:pt modelId="{78A6232C-6540-470B-9B6A-9B8906825E38}">
      <dgm:prSet/>
      <dgm:spPr/>
      <dgm:t>
        <a:bodyPr/>
        <a:lstStyle/>
        <a:p>
          <a:r>
            <a:rPr lang="de-DE" b="1"/>
            <a:t>Digital inputs (push buttons / switches)</a:t>
          </a:r>
          <a:endParaRPr lang="en-US"/>
        </a:p>
      </dgm:t>
    </dgm:pt>
    <dgm:pt modelId="{D3872953-9FB4-4182-A50F-8A03F9E4E152}" type="parTrans" cxnId="{DEDBBF9C-244E-4860-9FC0-194098FC5FE9}">
      <dgm:prSet/>
      <dgm:spPr/>
      <dgm:t>
        <a:bodyPr/>
        <a:lstStyle/>
        <a:p>
          <a:endParaRPr lang="en-US"/>
        </a:p>
      </dgm:t>
    </dgm:pt>
    <dgm:pt modelId="{84569D3C-7DB9-403F-85C6-1BC059F54200}" type="sibTrans" cxnId="{DEDBBF9C-244E-4860-9FC0-194098FC5FE9}">
      <dgm:prSet/>
      <dgm:spPr/>
      <dgm:t>
        <a:bodyPr/>
        <a:lstStyle/>
        <a:p>
          <a:endParaRPr lang="en-US"/>
        </a:p>
      </dgm:t>
    </dgm:pt>
    <dgm:pt modelId="{26D00DC3-BAE6-4160-85CD-FF4A63AFD03C}">
      <dgm:prSet/>
      <dgm:spPr/>
      <dgm:t>
        <a:bodyPr/>
        <a:lstStyle/>
        <a:p>
          <a:r>
            <a:rPr lang="de-DE" b="1"/>
            <a:t>Ethernet interface</a:t>
          </a:r>
          <a:r>
            <a:rPr lang="de-DE"/>
            <a:t> for network communication</a:t>
          </a:r>
          <a:endParaRPr lang="en-US"/>
        </a:p>
      </dgm:t>
    </dgm:pt>
    <dgm:pt modelId="{8E85A7CA-D48A-44AD-8BC6-415220CEACC4}" type="parTrans" cxnId="{A40CA053-4E8A-4B52-A97C-73F24FCA0B1F}">
      <dgm:prSet/>
      <dgm:spPr/>
      <dgm:t>
        <a:bodyPr/>
        <a:lstStyle/>
        <a:p>
          <a:endParaRPr lang="en-US"/>
        </a:p>
      </dgm:t>
    </dgm:pt>
    <dgm:pt modelId="{53627E89-B530-4EA4-8ED1-238E595976CC}" type="sibTrans" cxnId="{A40CA053-4E8A-4B52-A97C-73F24FCA0B1F}">
      <dgm:prSet/>
      <dgm:spPr/>
      <dgm:t>
        <a:bodyPr/>
        <a:lstStyle/>
        <a:p>
          <a:endParaRPr lang="en-US"/>
        </a:p>
      </dgm:t>
    </dgm:pt>
    <dgm:pt modelId="{E5C507C0-98C2-4FB8-8175-E92ED0903093}" type="pres">
      <dgm:prSet presAssocID="{1FCB18CC-D7CE-4BA0-8511-F4269F0840D2}" presName="root" presStyleCnt="0">
        <dgm:presLayoutVars>
          <dgm:dir/>
          <dgm:resizeHandles val="exact"/>
        </dgm:presLayoutVars>
      </dgm:prSet>
      <dgm:spPr/>
    </dgm:pt>
    <dgm:pt modelId="{F0427CD3-C509-4E43-BB83-0E65B2607D28}" type="pres">
      <dgm:prSet presAssocID="{5FDD95EE-B72D-48FF-8DA7-00F6D8D5D28E}" presName="compNode" presStyleCnt="0"/>
      <dgm:spPr/>
    </dgm:pt>
    <dgm:pt modelId="{9EF748DA-864F-4AF8-91E9-F381DF3890A5}" type="pres">
      <dgm:prSet presAssocID="{5FDD95EE-B72D-48FF-8DA7-00F6D8D5D28E}" presName="bgRect" presStyleLbl="bgShp" presStyleIdx="0" presStyleCnt="5"/>
      <dgm:spPr/>
    </dgm:pt>
    <dgm:pt modelId="{E719F237-C0FF-4127-8C5E-653A2D0D3F45}" type="pres">
      <dgm:prSet presAssocID="{5FDD95EE-B72D-48FF-8DA7-00F6D8D5D28E}"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atabase"/>
        </a:ext>
      </dgm:extLst>
    </dgm:pt>
    <dgm:pt modelId="{DD58D1D7-3AB2-4CE0-852C-7909201954DE}" type="pres">
      <dgm:prSet presAssocID="{5FDD95EE-B72D-48FF-8DA7-00F6D8D5D28E}" presName="spaceRect" presStyleCnt="0"/>
      <dgm:spPr/>
    </dgm:pt>
    <dgm:pt modelId="{7B294B57-7932-413D-81AA-03C00A8E0C6F}" type="pres">
      <dgm:prSet presAssocID="{5FDD95EE-B72D-48FF-8DA7-00F6D8D5D28E}" presName="parTx" presStyleLbl="revTx" presStyleIdx="0" presStyleCnt="5">
        <dgm:presLayoutVars>
          <dgm:chMax val="0"/>
          <dgm:chPref val="0"/>
        </dgm:presLayoutVars>
      </dgm:prSet>
      <dgm:spPr/>
    </dgm:pt>
    <dgm:pt modelId="{195295D1-F433-44D0-9EE8-69D7B847BC0C}" type="pres">
      <dgm:prSet presAssocID="{D838CD1F-16DB-4D92-BF4D-13117C61B1AE}" presName="sibTrans" presStyleCnt="0"/>
      <dgm:spPr/>
    </dgm:pt>
    <dgm:pt modelId="{15A2ECC8-654F-412F-8B04-02E987FD288A}" type="pres">
      <dgm:prSet presAssocID="{832A45C3-DBCA-456C-8AFD-9163EA800A90}" presName="compNode" presStyleCnt="0"/>
      <dgm:spPr/>
    </dgm:pt>
    <dgm:pt modelId="{88C4EA1F-FAEC-4257-8A76-9E4FE4B8405B}" type="pres">
      <dgm:prSet presAssocID="{832A45C3-DBCA-456C-8AFD-9163EA800A90}" presName="bgRect" presStyleLbl="bgShp" presStyleIdx="1" presStyleCnt="5"/>
      <dgm:spPr/>
    </dgm:pt>
    <dgm:pt modelId="{5C745D26-5729-4C8F-8DAE-BC4941CCF5E6}" type="pres">
      <dgm:prSet presAssocID="{832A45C3-DBCA-456C-8AFD-9163EA800A90}"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hermometer"/>
        </a:ext>
      </dgm:extLst>
    </dgm:pt>
    <dgm:pt modelId="{D0B21CF7-FDAA-4F79-896B-5EE82AC6ACA5}" type="pres">
      <dgm:prSet presAssocID="{832A45C3-DBCA-456C-8AFD-9163EA800A90}" presName="spaceRect" presStyleCnt="0"/>
      <dgm:spPr/>
    </dgm:pt>
    <dgm:pt modelId="{33CBDA6A-FD64-4700-833F-4C0678BE5843}" type="pres">
      <dgm:prSet presAssocID="{832A45C3-DBCA-456C-8AFD-9163EA800A90}" presName="parTx" presStyleLbl="revTx" presStyleIdx="1" presStyleCnt="5">
        <dgm:presLayoutVars>
          <dgm:chMax val="0"/>
          <dgm:chPref val="0"/>
        </dgm:presLayoutVars>
      </dgm:prSet>
      <dgm:spPr/>
    </dgm:pt>
    <dgm:pt modelId="{12FEA4B2-6F60-4F4F-A2CC-E63AF8A1FC46}" type="pres">
      <dgm:prSet presAssocID="{21E691D7-AEDD-4A08-8E8E-25E4989D7BA6}" presName="sibTrans" presStyleCnt="0"/>
      <dgm:spPr/>
    </dgm:pt>
    <dgm:pt modelId="{63043FF0-2B08-4017-A51D-1472CB5E4C90}" type="pres">
      <dgm:prSet presAssocID="{E1E69F86-2225-485E-9779-B55202EF0C21}" presName="compNode" presStyleCnt="0"/>
      <dgm:spPr/>
    </dgm:pt>
    <dgm:pt modelId="{2AEC80D0-6E06-40E8-B3C2-4DA9E5797479}" type="pres">
      <dgm:prSet presAssocID="{E1E69F86-2225-485E-9779-B55202EF0C21}" presName="bgRect" presStyleLbl="bgShp" presStyleIdx="2" presStyleCnt="5"/>
      <dgm:spPr/>
    </dgm:pt>
    <dgm:pt modelId="{50ED9FC1-48C4-4907-9CF3-9DF89BF6996D}" type="pres">
      <dgm:prSet presAssocID="{E1E69F86-2225-485E-9779-B55202EF0C21}"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mote control"/>
        </a:ext>
      </dgm:extLst>
    </dgm:pt>
    <dgm:pt modelId="{9DA3C6DF-021D-497B-A43B-F85CE308219C}" type="pres">
      <dgm:prSet presAssocID="{E1E69F86-2225-485E-9779-B55202EF0C21}" presName="spaceRect" presStyleCnt="0"/>
      <dgm:spPr/>
    </dgm:pt>
    <dgm:pt modelId="{8D8292F5-CF76-4E28-A68A-9694F154F00B}" type="pres">
      <dgm:prSet presAssocID="{E1E69F86-2225-485E-9779-B55202EF0C21}" presName="parTx" presStyleLbl="revTx" presStyleIdx="2" presStyleCnt="5">
        <dgm:presLayoutVars>
          <dgm:chMax val="0"/>
          <dgm:chPref val="0"/>
        </dgm:presLayoutVars>
      </dgm:prSet>
      <dgm:spPr/>
    </dgm:pt>
    <dgm:pt modelId="{6BA0C0E5-36BA-4166-97AA-3F9EB4C52D7C}" type="pres">
      <dgm:prSet presAssocID="{D0FCA7C4-3BB2-449A-BEA7-82DFD153BA00}" presName="sibTrans" presStyleCnt="0"/>
      <dgm:spPr/>
    </dgm:pt>
    <dgm:pt modelId="{DE3C52E9-157E-4C8D-96CD-7B08E3ED0708}" type="pres">
      <dgm:prSet presAssocID="{78A6232C-6540-470B-9B6A-9B8906825E38}" presName="compNode" presStyleCnt="0"/>
      <dgm:spPr/>
    </dgm:pt>
    <dgm:pt modelId="{4FFDF2B0-D07D-437F-AD94-8794E4278557}" type="pres">
      <dgm:prSet presAssocID="{78A6232C-6540-470B-9B6A-9B8906825E38}" presName="bgRect" presStyleLbl="bgShp" presStyleIdx="3" presStyleCnt="5"/>
      <dgm:spPr/>
    </dgm:pt>
    <dgm:pt modelId="{E67C8BC2-EE43-4D05-A686-3ABD89C74C97}" type="pres">
      <dgm:prSet presAssocID="{78A6232C-6540-470B-9B6A-9B8906825E38}"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USB"/>
        </a:ext>
      </dgm:extLst>
    </dgm:pt>
    <dgm:pt modelId="{FC7982C0-C183-4535-8F9D-C665170D273F}" type="pres">
      <dgm:prSet presAssocID="{78A6232C-6540-470B-9B6A-9B8906825E38}" presName="spaceRect" presStyleCnt="0"/>
      <dgm:spPr/>
    </dgm:pt>
    <dgm:pt modelId="{3374FA84-9BE6-4500-81E2-4867715E1C73}" type="pres">
      <dgm:prSet presAssocID="{78A6232C-6540-470B-9B6A-9B8906825E38}" presName="parTx" presStyleLbl="revTx" presStyleIdx="3" presStyleCnt="5">
        <dgm:presLayoutVars>
          <dgm:chMax val="0"/>
          <dgm:chPref val="0"/>
        </dgm:presLayoutVars>
      </dgm:prSet>
      <dgm:spPr/>
    </dgm:pt>
    <dgm:pt modelId="{F65F9ED6-3042-45BC-9A17-76A65FCB9468}" type="pres">
      <dgm:prSet presAssocID="{84569D3C-7DB9-403F-85C6-1BC059F54200}" presName="sibTrans" presStyleCnt="0"/>
      <dgm:spPr/>
    </dgm:pt>
    <dgm:pt modelId="{BF6F8D2B-8019-47DF-BAC6-9C1C0BF06849}" type="pres">
      <dgm:prSet presAssocID="{26D00DC3-BAE6-4160-85CD-FF4A63AFD03C}" presName="compNode" presStyleCnt="0"/>
      <dgm:spPr/>
    </dgm:pt>
    <dgm:pt modelId="{40847117-D690-4FCA-86DB-ADFE0B4401CB}" type="pres">
      <dgm:prSet presAssocID="{26D00DC3-BAE6-4160-85CD-FF4A63AFD03C}" presName="bgRect" presStyleLbl="bgShp" presStyleIdx="4" presStyleCnt="5"/>
      <dgm:spPr/>
    </dgm:pt>
    <dgm:pt modelId="{6F3BB16A-D542-4665-8DF3-DEDB1D77B6F3}" type="pres">
      <dgm:prSet presAssocID="{26D00DC3-BAE6-4160-85CD-FF4A63AFD03C}"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Wireless router"/>
        </a:ext>
      </dgm:extLst>
    </dgm:pt>
    <dgm:pt modelId="{E480D6CA-F3A6-453C-AEA1-BA0E94A29B2D}" type="pres">
      <dgm:prSet presAssocID="{26D00DC3-BAE6-4160-85CD-FF4A63AFD03C}" presName="spaceRect" presStyleCnt="0"/>
      <dgm:spPr/>
    </dgm:pt>
    <dgm:pt modelId="{0FC3253D-4B81-4167-A3ED-60ABC4A8E957}" type="pres">
      <dgm:prSet presAssocID="{26D00DC3-BAE6-4160-85CD-FF4A63AFD03C}" presName="parTx" presStyleLbl="revTx" presStyleIdx="4" presStyleCnt="5">
        <dgm:presLayoutVars>
          <dgm:chMax val="0"/>
          <dgm:chPref val="0"/>
        </dgm:presLayoutVars>
      </dgm:prSet>
      <dgm:spPr/>
    </dgm:pt>
  </dgm:ptLst>
  <dgm:cxnLst>
    <dgm:cxn modelId="{19DC9E37-27C4-49C6-A4CB-E9E4632F49D3}" srcId="{1FCB18CC-D7CE-4BA0-8511-F4269F0840D2}" destId="{5FDD95EE-B72D-48FF-8DA7-00F6D8D5D28E}" srcOrd="0" destOrd="0" parTransId="{1D63126A-B16C-4B15-A717-7BF9C4BFDC15}" sibTransId="{D838CD1F-16DB-4D92-BF4D-13117C61B1AE}"/>
    <dgm:cxn modelId="{8331BD3F-5E2F-4604-8ACA-C8A890C11D90}" type="presOf" srcId="{5FDD95EE-B72D-48FF-8DA7-00F6D8D5D28E}" destId="{7B294B57-7932-413D-81AA-03C00A8E0C6F}" srcOrd="0" destOrd="0" presId="urn:microsoft.com/office/officeart/2018/2/layout/IconVerticalSolidList"/>
    <dgm:cxn modelId="{F1AF406B-5075-469E-A216-F7FD7589C35E}" srcId="{1FCB18CC-D7CE-4BA0-8511-F4269F0840D2}" destId="{E1E69F86-2225-485E-9779-B55202EF0C21}" srcOrd="2" destOrd="0" parTransId="{E164AAC2-A5F1-4612-BC8F-58CF86BE114F}" sibTransId="{D0FCA7C4-3BB2-449A-BEA7-82DFD153BA00}"/>
    <dgm:cxn modelId="{A8C0B64C-6500-4437-A966-F69D688D854A}" type="presOf" srcId="{1FCB18CC-D7CE-4BA0-8511-F4269F0840D2}" destId="{E5C507C0-98C2-4FB8-8175-E92ED0903093}" srcOrd="0" destOrd="0" presId="urn:microsoft.com/office/officeart/2018/2/layout/IconVerticalSolidList"/>
    <dgm:cxn modelId="{A40CA053-4E8A-4B52-A97C-73F24FCA0B1F}" srcId="{1FCB18CC-D7CE-4BA0-8511-F4269F0840D2}" destId="{26D00DC3-BAE6-4160-85CD-FF4A63AFD03C}" srcOrd="4" destOrd="0" parTransId="{8E85A7CA-D48A-44AD-8BC6-415220CEACC4}" sibTransId="{53627E89-B530-4EA4-8ED1-238E595976CC}"/>
    <dgm:cxn modelId="{51FB0754-7712-45DC-B578-95EFA655412F}" type="presOf" srcId="{26D00DC3-BAE6-4160-85CD-FF4A63AFD03C}" destId="{0FC3253D-4B81-4167-A3ED-60ABC4A8E957}" srcOrd="0" destOrd="0" presId="urn:microsoft.com/office/officeart/2018/2/layout/IconVerticalSolidList"/>
    <dgm:cxn modelId="{0AE66874-0575-4407-BFEF-898BB6E575B1}" type="presOf" srcId="{E1E69F86-2225-485E-9779-B55202EF0C21}" destId="{8D8292F5-CF76-4E28-A68A-9694F154F00B}" srcOrd="0" destOrd="0" presId="urn:microsoft.com/office/officeart/2018/2/layout/IconVerticalSolidList"/>
    <dgm:cxn modelId="{DEDBBF9C-244E-4860-9FC0-194098FC5FE9}" srcId="{1FCB18CC-D7CE-4BA0-8511-F4269F0840D2}" destId="{78A6232C-6540-470B-9B6A-9B8906825E38}" srcOrd="3" destOrd="0" parTransId="{D3872953-9FB4-4182-A50F-8A03F9E4E152}" sibTransId="{84569D3C-7DB9-403F-85C6-1BC059F54200}"/>
    <dgm:cxn modelId="{B5A66DB5-9A46-43DD-AD99-8DA8725AF9CF}" type="presOf" srcId="{78A6232C-6540-470B-9B6A-9B8906825E38}" destId="{3374FA84-9BE6-4500-81E2-4867715E1C73}" srcOrd="0" destOrd="0" presId="urn:microsoft.com/office/officeart/2018/2/layout/IconVerticalSolidList"/>
    <dgm:cxn modelId="{656771B7-DADD-44C5-9808-8F6A74CF5E48}" srcId="{1FCB18CC-D7CE-4BA0-8511-F4269F0840D2}" destId="{832A45C3-DBCA-456C-8AFD-9163EA800A90}" srcOrd="1" destOrd="0" parTransId="{BC06E3D3-BEB5-442D-906D-DC1C439AAC81}" sibTransId="{21E691D7-AEDD-4A08-8E8E-25E4989D7BA6}"/>
    <dgm:cxn modelId="{47FE12DE-D281-4B80-85AD-2C6DF4FB94F7}" type="presOf" srcId="{832A45C3-DBCA-456C-8AFD-9163EA800A90}" destId="{33CBDA6A-FD64-4700-833F-4C0678BE5843}" srcOrd="0" destOrd="0" presId="urn:microsoft.com/office/officeart/2018/2/layout/IconVerticalSolidList"/>
    <dgm:cxn modelId="{4BB6682C-DE8F-4F2A-9553-C31C28BECD52}" type="presParOf" srcId="{E5C507C0-98C2-4FB8-8175-E92ED0903093}" destId="{F0427CD3-C509-4E43-BB83-0E65B2607D28}" srcOrd="0" destOrd="0" presId="urn:microsoft.com/office/officeart/2018/2/layout/IconVerticalSolidList"/>
    <dgm:cxn modelId="{B40E99F2-F82A-461F-A41D-BC1CA96BEA1A}" type="presParOf" srcId="{F0427CD3-C509-4E43-BB83-0E65B2607D28}" destId="{9EF748DA-864F-4AF8-91E9-F381DF3890A5}" srcOrd="0" destOrd="0" presId="urn:microsoft.com/office/officeart/2018/2/layout/IconVerticalSolidList"/>
    <dgm:cxn modelId="{98FD2B1B-464C-4155-AB01-0544D81E7DE4}" type="presParOf" srcId="{F0427CD3-C509-4E43-BB83-0E65B2607D28}" destId="{E719F237-C0FF-4127-8C5E-653A2D0D3F45}" srcOrd="1" destOrd="0" presId="urn:microsoft.com/office/officeart/2018/2/layout/IconVerticalSolidList"/>
    <dgm:cxn modelId="{5002D5F0-4D36-482B-9848-F2839CCCD0FE}" type="presParOf" srcId="{F0427CD3-C509-4E43-BB83-0E65B2607D28}" destId="{DD58D1D7-3AB2-4CE0-852C-7909201954DE}" srcOrd="2" destOrd="0" presId="urn:microsoft.com/office/officeart/2018/2/layout/IconVerticalSolidList"/>
    <dgm:cxn modelId="{8B017A0A-4357-4B58-BB37-7A2A10A91B7A}" type="presParOf" srcId="{F0427CD3-C509-4E43-BB83-0E65B2607D28}" destId="{7B294B57-7932-413D-81AA-03C00A8E0C6F}" srcOrd="3" destOrd="0" presId="urn:microsoft.com/office/officeart/2018/2/layout/IconVerticalSolidList"/>
    <dgm:cxn modelId="{17B466F9-AC23-4D76-9FE8-BEA5E4E6A6E6}" type="presParOf" srcId="{E5C507C0-98C2-4FB8-8175-E92ED0903093}" destId="{195295D1-F433-44D0-9EE8-69D7B847BC0C}" srcOrd="1" destOrd="0" presId="urn:microsoft.com/office/officeart/2018/2/layout/IconVerticalSolidList"/>
    <dgm:cxn modelId="{0B7C695B-52CA-4740-AF9F-521D0A864382}" type="presParOf" srcId="{E5C507C0-98C2-4FB8-8175-E92ED0903093}" destId="{15A2ECC8-654F-412F-8B04-02E987FD288A}" srcOrd="2" destOrd="0" presId="urn:microsoft.com/office/officeart/2018/2/layout/IconVerticalSolidList"/>
    <dgm:cxn modelId="{3AB70022-0839-4F53-89A5-3F922C5D516B}" type="presParOf" srcId="{15A2ECC8-654F-412F-8B04-02E987FD288A}" destId="{88C4EA1F-FAEC-4257-8A76-9E4FE4B8405B}" srcOrd="0" destOrd="0" presId="urn:microsoft.com/office/officeart/2018/2/layout/IconVerticalSolidList"/>
    <dgm:cxn modelId="{77D36027-2EEE-47A3-8D04-63DA04DA9A1A}" type="presParOf" srcId="{15A2ECC8-654F-412F-8B04-02E987FD288A}" destId="{5C745D26-5729-4C8F-8DAE-BC4941CCF5E6}" srcOrd="1" destOrd="0" presId="urn:microsoft.com/office/officeart/2018/2/layout/IconVerticalSolidList"/>
    <dgm:cxn modelId="{F431901C-A93F-4100-BC3F-7DDE93B0FB55}" type="presParOf" srcId="{15A2ECC8-654F-412F-8B04-02E987FD288A}" destId="{D0B21CF7-FDAA-4F79-896B-5EE82AC6ACA5}" srcOrd="2" destOrd="0" presId="urn:microsoft.com/office/officeart/2018/2/layout/IconVerticalSolidList"/>
    <dgm:cxn modelId="{4C04CC86-FC6E-4ABC-947F-08908EB37B77}" type="presParOf" srcId="{15A2ECC8-654F-412F-8B04-02E987FD288A}" destId="{33CBDA6A-FD64-4700-833F-4C0678BE5843}" srcOrd="3" destOrd="0" presId="urn:microsoft.com/office/officeart/2018/2/layout/IconVerticalSolidList"/>
    <dgm:cxn modelId="{1606DD70-2BD3-4BD3-B034-90E696E2A56D}" type="presParOf" srcId="{E5C507C0-98C2-4FB8-8175-E92ED0903093}" destId="{12FEA4B2-6F60-4F4F-A2CC-E63AF8A1FC46}" srcOrd="3" destOrd="0" presId="urn:microsoft.com/office/officeart/2018/2/layout/IconVerticalSolidList"/>
    <dgm:cxn modelId="{ED34DE9A-D053-4941-B902-4C02D1F97145}" type="presParOf" srcId="{E5C507C0-98C2-4FB8-8175-E92ED0903093}" destId="{63043FF0-2B08-4017-A51D-1472CB5E4C90}" srcOrd="4" destOrd="0" presId="urn:microsoft.com/office/officeart/2018/2/layout/IconVerticalSolidList"/>
    <dgm:cxn modelId="{8C6DB36A-13DF-4FCE-86E8-C7B3A5805AEB}" type="presParOf" srcId="{63043FF0-2B08-4017-A51D-1472CB5E4C90}" destId="{2AEC80D0-6E06-40E8-B3C2-4DA9E5797479}" srcOrd="0" destOrd="0" presId="urn:microsoft.com/office/officeart/2018/2/layout/IconVerticalSolidList"/>
    <dgm:cxn modelId="{7015CB39-35AF-4111-A0BE-F8E7C6A1211F}" type="presParOf" srcId="{63043FF0-2B08-4017-A51D-1472CB5E4C90}" destId="{50ED9FC1-48C4-4907-9CF3-9DF89BF6996D}" srcOrd="1" destOrd="0" presId="urn:microsoft.com/office/officeart/2018/2/layout/IconVerticalSolidList"/>
    <dgm:cxn modelId="{90F7E45C-A83F-4609-996F-9230429EB235}" type="presParOf" srcId="{63043FF0-2B08-4017-A51D-1472CB5E4C90}" destId="{9DA3C6DF-021D-497B-A43B-F85CE308219C}" srcOrd="2" destOrd="0" presId="urn:microsoft.com/office/officeart/2018/2/layout/IconVerticalSolidList"/>
    <dgm:cxn modelId="{74039F07-9102-435E-9E5C-70F4E86C969A}" type="presParOf" srcId="{63043FF0-2B08-4017-A51D-1472CB5E4C90}" destId="{8D8292F5-CF76-4E28-A68A-9694F154F00B}" srcOrd="3" destOrd="0" presId="urn:microsoft.com/office/officeart/2018/2/layout/IconVerticalSolidList"/>
    <dgm:cxn modelId="{3AFF26AF-13BB-4731-91D2-EAB9E35479AB}" type="presParOf" srcId="{E5C507C0-98C2-4FB8-8175-E92ED0903093}" destId="{6BA0C0E5-36BA-4166-97AA-3F9EB4C52D7C}" srcOrd="5" destOrd="0" presId="urn:microsoft.com/office/officeart/2018/2/layout/IconVerticalSolidList"/>
    <dgm:cxn modelId="{3001310E-844A-411F-BDE4-04B803E86240}" type="presParOf" srcId="{E5C507C0-98C2-4FB8-8175-E92ED0903093}" destId="{DE3C52E9-157E-4C8D-96CD-7B08E3ED0708}" srcOrd="6" destOrd="0" presId="urn:microsoft.com/office/officeart/2018/2/layout/IconVerticalSolidList"/>
    <dgm:cxn modelId="{AA41892D-F19D-4CCF-8DE7-43FD67325540}" type="presParOf" srcId="{DE3C52E9-157E-4C8D-96CD-7B08E3ED0708}" destId="{4FFDF2B0-D07D-437F-AD94-8794E4278557}" srcOrd="0" destOrd="0" presId="urn:microsoft.com/office/officeart/2018/2/layout/IconVerticalSolidList"/>
    <dgm:cxn modelId="{784778C2-1DAF-4599-AA88-5BB482F9EE2A}" type="presParOf" srcId="{DE3C52E9-157E-4C8D-96CD-7B08E3ED0708}" destId="{E67C8BC2-EE43-4D05-A686-3ABD89C74C97}" srcOrd="1" destOrd="0" presId="urn:microsoft.com/office/officeart/2018/2/layout/IconVerticalSolidList"/>
    <dgm:cxn modelId="{71111804-0E13-4220-9FB5-3BBD825824BB}" type="presParOf" srcId="{DE3C52E9-157E-4C8D-96CD-7B08E3ED0708}" destId="{FC7982C0-C183-4535-8F9D-C665170D273F}" srcOrd="2" destOrd="0" presId="urn:microsoft.com/office/officeart/2018/2/layout/IconVerticalSolidList"/>
    <dgm:cxn modelId="{69B8FD78-48C2-40A4-AE30-12DF0805957D}" type="presParOf" srcId="{DE3C52E9-157E-4C8D-96CD-7B08E3ED0708}" destId="{3374FA84-9BE6-4500-81E2-4867715E1C73}" srcOrd="3" destOrd="0" presId="urn:microsoft.com/office/officeart/2018/2/layout/IconVerticalSolidList"/>
    <dgm:cxn modelId="{E9A90F20-117D-46C8-AB93-36C6A84E4766}" type="presParOf" srcId="{E5C507C0-98C2-4FB8-8175-E92ED0903093}" destId="{F65F9ED6-3042-45BC-9A17-76A65FCB9468}" srcOrd="7" destOrd="0" presId="urn:microsoft.com/office/officeart/2018/2/layout/IconVerticalSolidList"/>
    <dgm:cxn modelId="{7F2CA40B-164A-4C2E-9BC8-36B9E3574478}" type="presParOf" srcId="{E5C507C0-98C2-4FB8-8175-E92ED0903093}" destId="{BF6F8D2B-8019-47DF-BAC6-9C1C0BF06849}" srcOrd="8" destOrd="0" presId="urn:microsoft.com/office/officeart/2018/2/layout/IconVerticalSolidList"/>
    <dgm:cxn modelId="{1C2B59F1-1CD1-4289-8701-A50F51C9E429}" type="presParOf" srcId="{BF6F8D2B-8019-47DF-BAC6-9C1C0BF06849}" destId="{40847117-D690-4FCA-86DB-ADFE0B4401CB}" srcOrd="0" destOrd="0" presId="urn:microsoft.com/office/officeart/2018/2/layout/IconVerticalSolidList"/>
    <dgm:cxn modelId="{FE0EFA32-99C1-4A49-B575-D3424C052566}" type="presParOf" srcId="{BF6F8D2B-8019-47DF-BAC6-9C1C0BF06849}" destId="{6F3BB16A-D542-4665-8DF3-DEDB1D77B6F3}" srcOrd="1" destOrd="0" presId="urn:microsoft.com/office/officeart/2018/2/layout/IconVerticalSolidList"/>
    <dgm:cxn modelId="{7CAF0956-820B-4582-9995-6358393B062A}" type="presParOf" srcId="{BF6F8D2B-8019-47DF-BAC6-9C1C0BF06849}" destId="{E480D6CA-F3A6-453C-AEA1-BA0E94A29B2D}" srcOrd="2" destOrd="0" presId="urn:microsoft.com/office/officeart/2018/2/layout/IconVerticalSolidList"/>
    <dgm:cxn modelId="{4496665C-8C29-4566-B24A-017B168743AE}" type="presParOf" srcId="{BF6F8D2B-8019-47DF-BAC6-9C1C0BF06849}" destId="{0FC3253D-4B81-4167-A3ED-60ABC4A8E95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9CF090A-E262-4761-994D-5A40E633DBD0}"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85027945-07D3-43BE-BAD9-47F7C8BB87B9}">
      <dgm:prSet/>
      <dgm:spPr/>
      <dgm:t>
        <a:bodyPr/>
        <a:lstStyle/>
        <a:p>
          <a:r>
            <a:rPr lang="de-DE"/>
            <a:t>Hardware layer: Sensors and FPGA acquisition logic</a:t>
          </a:r>
          <a:endParaRPr lang="en-US"/>
        </a:p>
      </dgm:t>
    </dgm:pt>
    <dgm:pt modelId="{E1CAA201-E5E7-431A-B112-A975977468B9}" type="parTrans" cxnId="{4E7D4F6A-8535-42EF-9664-965F88B38A76}">
      <dgm:prSet/>
      <dgm:spPr/>
      <dgm:t>
        <a:bodyPr/>
        <a:lstStyle/>
        <a:p>
          <a:endParaRPr lang="en-US"/>
        </a:p>
      </dgm:t>
    </dgm:pt>
    <dgm:pt modelId="{50A03432-0098-4A78-B0B8-0CF3E6979556}" type="sibTrans" cxnId="{4E7D4F6A-8535-42EF-9664-965F88B38A76}">
      <dgm:prSet/>
      <dgm:spPr/>
      <dgm:t>
        <a:bodyPr/>
        <a:lstStyle/>
        <a:p>
          <a:endParaRPr lang="en-US"/>
        </a:p>
      </dgm:t>
    </dgm:pt>
    <dgm:pt modelId="{910F7A5D-E113-4ABA-AE6B-5107113A2694}">
      <dgm:prSet/>
      <dgm:spPr/>
      <dgm:t>
        <a:bodyPr/>
        <a:lstStyle/>
        <a:p>
          <a:r>
            <a:rPr lang="de-DE"/>
            <a:t>Linux driver layer: Provides access to FPGA hardware</a:t>
          </a:r>
          <a:endParaRPr lang="en-US"/>
        </a:p>
      </dgm:t>
    </dgm:pt>
    <dgm:pt modelId="{61D14CD0-351A-4400-9E30-25371818F279}" type="parTrans" cxnId="{6D7CF842-7151-4D22-94D9-F2B9D00ADB50}">
      <dgm:prSet/>
      <dgm:spPr/>
      <dgm:t>
        <a:bodyPr/>
        <a:lstStyle/>
        <a:p>
          <a:endParaRPr lang="en-US"/>
        </a:p>
      </dgm:t>
    </dgm:pt>
    <dgm:pt modelId="{E1B968C5-7104-41C7-A213-37830BC94922}" type="sibTrans" cxnId="{6D7CF842-7151-4D22-94D9-F2B9D00ADB50}">
      <dgm:prSet/>
      <dgm:spPr/>
      <dgm:t>
        <a:bodyPr/>
        <a:lstStyle/>
        <a:p>
          <a:endParaRPr lang="en-US"/>
        </a:p>
      </dgm:t>
    </dgm:pt>
    <dgm:pt modelId="{5E7E5829-A8B0-429F-BFE3-660F105EF50C}">
      <dgm:prSet/>
      <dgm:spPr/>
      <dgm:t>
        <a:bodyPr/>
        <a:lstStyle/>
        <a:p>
          <a:r>
            <a:rPr lang="de-DE"/>
            <a:t>MNG server application: Handles sampling and TCP communication</a:t>
          </a:r>
          <a:endParaRPr lang="en-US"/>
        </a:p>
      </dgm:t>
    </dgm:pt>
    <dgm:pt modelId="{C6FA506B-1D5E-48BE-93ED-DCB0AE18CAC2}" type="parTrans" cxnId="{93FC2F32-81C2-47F9-8A37-D2A90DC677E3}">
      <dgm:prSet/>
      <dgm:spPr/>
      <dgm:t>
        <a:bodyPr/>
        <a:lstStyle/>
        <a:p>
          <a:endParaRPr lang="en-US"/>
        </a:p>
      </dgm:t>
    </dgm:pt>
    <dgm:pt modelId="{05ACA743-D52C-4785-8A43-5B43D7716DFC}" type="sibTrans" cxnId="{93FC2F32-81C2-47F9-8A37-D2A90DC677E3}">
      <dgm:prSet/>
      <dgm:spPr/>
      <dgm:t>
        <a:bodyPr/>
        <a:lstStyle/>
        <a:p>
          <a:endParaRPr lang="en-US"/>
        </a:p>
      </dgm:t>
    </dgm:pt>
    <dgm:pt modelId="{1E02E004-9972-4FB4-AD47-90E0EF8CC62B}">
      <dgm:prSet/>
      <dgm:spPr/>
      <dgm:t>
        <a:bodyPr/>
        <a:lstStyle/>
        <a:p>
          <a:r>
            <a:rPr lang="de-DE"/>
            <a:t>GUI client: Provides visualization and user interaction</a:t>
          </a:r>
          <a:endParaRPr lang="en-US"/>
        </a:p>
      </dgm:t>
    </dgm:pt>
    <dgm:pt modelId="{1A43FB81-5CD4-4625-B46A-EF14E7F648DC}" type="parTrans" cxnId="{D92FC875-E3B6-443D-92A6-6121F933A080}">
      <dgm:prSet/>
      <dgm:spPr/>
      <dgm:t>
        <a:bodyPr/>
        <a:lstStyle/>
        <a:p>
          <a:endParaRPr lang="en-US"/>
        </a:p>
      </dgm:t>
    </dgm:pt>
    <dgm:pt modelId="{75FF170B-1DB9-4D42-B853-0CD349369122}" type="sibTrans" cxnId="{D92FC875-E3B6-443D-92A6-6121F933A080}">
      <dgm:prSet/>
      <dgm:spPr/>
      <dgm:t>
        <a:bodyPr/>
        <a:lstStyle/>
        <a:p>
          <a:endParaRPr lang="en-US"/>
        </a:p>
      </dgm:t>
    </dgm:pt>
    <dgm:pt modelId="{8BB41DD7-E58A-437C-964C-6032182240BE}" type="pres">
      <dgm:prSet presAssocID="{49CF090A-E262-4761-994D-5A40E633DBD0}" presName="root" presStyleCnt="0">
        <dgm:presLayoutVars>
          <dgm:dir/>
          <dgm:resizeHandles val="exact"/>
        </dgm:presLayoutVars>
      </dgm:prSet>
      <dgm:spPr/>
    </dgm:pt>
    <dgm:pt modelId="{676E6C39-1A0F-4A13-8361-DDBB3B2842A7}" type="pres">
      <dgm:prSet presAssocID="{85027945-07D3-43BE-BAD9-47F7C8BB87B9}" presName="compNode" presStyleCnt="0"/>
      <dgm:spPr/>
    </dgm:pt>
    <dgm:pt modelId="{7F1E2F7D-1E43-4BCC-9738-2BDE45F6E458}" type="pres">
      <dgm:prSet presAssocID="{85027945-07D3-43BE-BAD9-47F7C8BB87B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CE58F018-A2E0-4DE3-8056-DFCA6AE0CE9F}" type="pres">
      <dgm:prSet presAssocID="{85027945-07D3-43BE-BAD9-47F7C8BB87B9}" presName="spaceRect" presStyleCnt="0"/>
      <dgm:spPr/>
    </dgm:pt>
    <dgm:pt modelId="{941561FE-B83B-48E4-877F-59682D736E92}" type="pres">
      <dgm:prSet presAssocID="{85027945-07D3-43BE-BAD9-47F7C8BB87B9}" presName="textRect" presStyleLbl="revTx" presStyleIdx="0" presStyleCnt="4">
        <dgm:presLayoutVars>
          <dgm:chMax val="1"/>
          <dgm:chPref val="1"/>
        </dgm:presLayoutVars>
      </dgm:prSet>
      <dgm:spPr/>
    </dgm:pt>
    <dgm:pt modelId="{AB754F6F-2D4F-454A-9765-937DCB61BA67}" type="pres">
      <dgm:prSet presAssocID="{50A03432-0098-4A78-B0B8-0CF3E6979556}" presName="sibTrans" presStyleCnt="0"/>
      <dgm:spPr/>
    </dgm:pt>
    <dgm:pt modelId="{47E003B0-8613-4903-9CC1-C5769B88CB2B}" type="pres">
      <dgm:prSet presAssocID="{910F7A5D-E113-4ABA-AE6B-5107113A2694}" presName="compNode" presStyleCnt="0"/>
      <dgm:spPr/>
    </dgm:pt>
    <dgm:pt modelId="{DB5A361B-7D01-4616-AF06-E9790B4E38A9}" type="pres">
      <dgm:prSet presAssocID="{910F7A5D-E113-4ABA-AE6B-5107113A269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uter"/>
        </a:ext>
      </dgm:extLst>
    </dgm:pt>
    <dgm:pt modelId="{35490707-4066-4EB0-AEF1-B6734D6C5CE9}" type="pres">
      <dgm:prSet presAssocID="{910F7A5D-E113-4ABA-AE6B-5107113A2694}" presName="spaceRect" presStyleCnt="0"/>
      <dgm:spPr/>
    </dgm:pt>
    <dgm:pt modelId="{04CE31FB-2629-47B8-9B29-7823C6763A30}" type="pres">
      <dgm:prSet presAssocID="{910F7A5D-E113-4ABA-AE6B-5107113A2694}" presName="textRect" presStyleLbl="revTx" presStyleIdx="1" presStyleCnt="4">
        <dgm:presLayoutVars>
          <dgm:chMax val="1"/>
          <dgm:chPref val="1"/>
        </dgm:presLayoutVars>
      </dgm:prSet>
      <dgm:spPr/>
    </dgm:pt>
    <dgm:pt modelId="{FE145A05-721D-4D62-9B2A-E399F14D18B3}" type="pres">
      <dgm:prSet presAssocID="{E1B968C5-7104-41C7-A213-37830BC94922}" presName="sibTrans" presStyleCnt="0"/>
      <dgm:spPr/>
    </dgm:pt>
    <dgm:pt modelId="{EFDE8FFE-35CF-4995-910D-4F609EEC5B0D}" type="pres">
      <dgm:prSet presAssocID="{5E7E5829-A8B0-429F-BFE3-660F105EF50C}" presName="compNode" presStyleCnt="0"/>
      <dgm:spPr/>
    </dgm:pt>
    <dgm:pt modelId="{123EA5E4-E311-4913-8858-D85088029B4E}" type="pres">
      <dgm:prSet presAssocID="{5E7E5829-A8B0-429F-BFE3-660F105EF50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958640EC-4D10-412A-A7F5-6FBA4620F3B1}" type="pres">
      <dgm:prSet presAssocID="{5E7E5829-A8B0-429F-BFE3-660F105EF50C}" presName="spaceRect" presStyleCnt="0"/>
      <dgm:spPr/>
    </dgm:pt>
    <dgm:pt modelId="{39370A67-2958-4C88-9603-770BED2638C9}" type="pres">
      <dgm:prSet presAssocID="{5E7E5829-A8B0-429F-BFE3-660F105EF50C}" presName="textRect" presStyleLbl="revTx" presStyleIdx="2" presStyleCnt="4">
        <dgm:presLayoutVars>
          <dgm:chMax val="1"/>
          <dgm:chPref val="1"/>
        </dgm:presLayoutVars>
      </dgm:prSet>
      <dgm:spPr/>
    </dgm:pt>
    <dgm:pt modelId="{2CBB1E5E-F5D6-4523-8CA2-AE89DEAEF201}" type="pres">
      <dgm:prSet presAssocID="{05ACA743-D52C-4785-8A43-5B43D7716DFC}" presName="sibTrans" presStyleCnt="0"/>
      <dgm:spPr/>
    </dgm:pt>
    <dgm:pt modelId="{DC444C3A-BBF3-42B0-A540-E4734402274C}" type="pres">
      <dgm:prSet presAssocID="{1E02E004-9972-4FB4-AD47-90E0EF8CC62B}" presName="compNode" presStyleCnt="0"/>
      <dgm:spPr/>
    </dgm:pt>
    <dgm:pt modelId="{E1196E89-DA49-41C6-8084-B6EDD857773C}" type="pres">
      <dgm:prSet presAssocID="{1E02E004-9972-4FB4-AD47-90E0EF8CC62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1C68A15F-12A3-4DFF-B276-0D76153925CE}" type="pres">
      <dgm:prSet presAssocID="{1E02E004-9972-4FB4-AD47-90E0EF8CC62B}" presName="spaceRect" presStyleCnt="0"/>
      <dgm:spPr/>
    </dgm:pt>
    <dgm:pt modelId="{4D5CCD70-EACB-4C5F-96E0-7B477F839D8F}" type="pres">
      <dgm:prSet presAssocID="{1E02E004-9972-4FB4-AD47-90E0EF8CC62B}" presName="textRect" presStyleLbl="revTx" presStyleIdx="3" presStyleCnt="4">
        <dgm:presLayoutVars>
          <dgm:chMax val="1"/>
          <dgm:chPref val="1"/>
        </dgm:presLayoutVars>
      </dgm:prSet>
      <dgm:spPr/>
    </dgm:pt>
  </dgm:ptLst>
  <dgm:cxnLst>
    <dgm:cxn modelId="{1E562D1A-362E-4BC1-A49B-3E7A6F769D1F}" type="presOf" srcId="{1E02E004-9972-4FB4-AD47-90E0EF8CC62B}" destId="{4D5CCD70-EACB-4C5F-96E0-7B477F839D8F}" srcOrd="0" destOrd="0" presId="urn:microsoft.com/office/officeart/2018/2/layout/IconLabelList"/>
    <dgm:cxn modelId="{93FC2F32-81C2-47F9-8A37-D2A90DC677E3}" srcId="{49CF090A-E262-4761-994D-5A40E633DBD0}" destId="{5E7E5829-A8B0-429F-BFE3-660F105EF50C}" srcOrd="2" destOrd="0" parTransId="{C6FA506B-1D5E-48BE-93ED-DCB0AE18CAC2}" sibTransId="{05ACA743-D52C-4785-8A43-5B43D7716DFC}"/>
    <dgm:cxn modelId="{EEFB5233-AAE0-41EF-B4FD-543745B6421C}" type="presOf" srcId="{5E7E5829-A8B0-429F-BFE3-660F105EF50C}" destId="{39370A67-2958-4C88-9603-770BED2638C9}" srcOrd="0" destOrd="0" presId="urn:microsoft.com/office/officeart/2018/2/layout/IconLabelList"/>
    <dgm:cxn modelId="{6D7CF842-7151-4D22-94D9-F2B9D00ADB50}" srcId="{49CF090A-E262-4761-994D-5A40E633DBD0}" destId="{910F7A5D-E113-4ABA-AE6B-5107113A2694}" srcOrd="1" destOrd="0" parTransId="{61D14CD0-351A-4400-9E30-25371818F279}" sibTransId="{E1B968C5-7104-41C7-A213-37830BC94922}"/>
    <dgm:cxn modelId="{4E7D4F6A-8535-42EF-9664-965F88B38A76}" srcId="{49CF090A-E262-4761-994D-5A40E633DBD0}" destId="{85027945-07D3-43BE-BAD9-47F7C8BB87B9}" srcOrd="0" destOrd="0" parTransId="{E1CAA201-E5E7-431A-B112-A975977468B9}" sibTransId="{50A03432-0098-4A78-B0B8-0CF3E6979556}"/>
    <dgm:cxn modelId="{EFD1774A-9DE2-4352-85E8-ED13FCFE0977}" type="presOf" srcId="{910F7A5D-E113-4ABA-AE6B-5107113A2694}" destId="{04CE31FB-2629-47B8-9B29-7823C6763A30}" srcOrd="0" destOrd="0" presId="urn:microsoft.com/office/officeart/2018/2/layout/IconLabelList"/>
    <dgm:cxn modelId="{8C3ADD4D-C1E7-4E4B-9C15-3E2AC212CC7B}" type="presOf" srcId="{85027945-07D3-43BE-BAD9-47F7C8BB87B9}" destId="{941561FE-B83B-48E4-877F-59682D736E92}" srcOrd="0" destOrd="0" presId="urn:microsoft.com/office/officeart/2018/2/layout/IconLabelList"/>
    <dgm:cxn modelId="{D92FC875-E3B6-443D-92A6-6121F933A080}" srcId="{49CF090A-E262-4761-994D-5A40E633DBD0}" destId="{1E02E004-9972-4FB4-AD47-90E0EF8CC62B}" srcOrd="3" destOrd="0" parTransId="{1A43FB81-5CD4-4625-B46A-EF14E7F648DC}" sibTransId="{75FF170B-1DB9-4D42-B853-0CD349369122}"/>
    <dgm:cxn modelId="{3AD7D3AA-6108-4388-88C0-F22FF9BD865F}" type="presOf" srcId="{49CF090A-E262-4761-994D-5A40E633DBD0}" destId="{8BB41DD7-E58A-437C-964C-6032182240BE}" srcOrd="0" destOrd="0" presId="urn:microsoft.com/office/officeart/2018/2/layout/IconLabelList"/>
    <dgm:cxn modelId="{EB09202A-7ABB-462A-AFB7-FDB36DB27C97}" type="presParOf" srcId="{8BB41DD7-E58A-437C-964C-6032182240BE}" destId="{676E6C39-1A0F-4A13-8361-DDBB3B2842A7}" srcOrd="0" destOrd="0" presId="urn:microsoft.com/office/officeart/2018/2/layout/IconLabelList"/>
    <dgm:cxn modelId="{983F8EC6-7045-48EC-B8A4-C17F8747051B}" type="presParOf" srcId="{676E6C39-1A0F-4A13-8361-DDBB3B2842A7}" destId="{7F1E2F7D-1E43-4BCC-9738-2BDE45F6E458}" srcOrd="0" destOrd="0" presId="urn:microsoft.com/office/officeart/2018/2/layout/IconLabelList"/>
    <dgm:cxn modelId="{047529FD-1A4A-434B-9733-30610CCEB175}" type="presParOf" srcId="{676E6C39-1A0F-4A13-8361-DDBB3B2842A7}" destId="{CE58F018-A2E0-4DE3-8056-DFCA6AE0CE9F}" srcOrd="1" destOrd="0" presId="urn:microsoft.com/office/officeart/2018/2/layout/IconLabelList"/>
    <dgm:cxn modelId="{0844F2EC-ACD5-4B34-AA55-7F26CE939FC0}" type="presParOf" srcId="{676E6C39-1A0F-4A13-8361-DDBB3B2842A7}" destId="{941561FE-B83B-48E4-877F-59682D736E92}" srcOrd="2" destOrd="0" presId="urn:microsoft.com/office/officeart/2018/2/layout/IconLabelList"/>
    <dgm:cxn modelId="{BA3D2B81-3A60-4425-BD7C-756AD1315924}" type="presParOf" srcId="{8BB41DD7-E58A-437C-964C-6032182240BE}" destId="{AB754F6F-2D4F-454A-9765-937DCB61BA67}" srcOrd="1" destOrd="0" presId="urn:microsoft.com/office/officeart/2018/2/layout/IconLabelList"/>
    <dgm:cxn modelId="{5B198CE0-B167-4AAC-8DC0-3F9925E07B93}" type="presParOf" srcId="{8BB41DD7-E58A-437C-964C-6032182240BE}" destId="{47E003B0-8613-4903-9CC1-C5769B88CB2B}" srcOrd="2" destOrd="0" presId="urn:microsoft.com/office/officeart/2018/2/layout/IconLabelList"/>
    <dgm:cxn modelId="{BAC6848C-718A-4898-891F-2795A068A7DD}" type="presParOf" srcId="{47E003B0-8613-4903-9CC1-C5769B88CB2B}" destId="{DB5A361B-7D01-4616-AF06-E9790B4E38A9}" srcOrd="0" destOrd="0" presId="urn:microsoft.com/office/officeart/2018/2/layout/IconLabelList"/>
    <dgm:cxn modelId="{33911091-68F4-448B-9C61-92A9504A45B6}" type="presParOf" srcId="{47E003B0-8613-4903-9CC1-C5769B88CB2B}" destId="{35490707-4066-4EB0-AEF1-B6734D6C5CE9}" srcOrd="1" destOrd="0" presId="urn:microsoft.com/office/officeart/2018/2/layout/IconLabelList"/>
    <dgm:cxn modelId="{0A92E02D-CE25-4A78-8D04-E8499DC48BE6}" type="presParOf" srcId="{47E003B0-8613-4903-9CC1-C5769B88CB2B}" destId="{04CE31FB-2629-47B8-9B29-7823C6763A30}" srcOrd="2" destOrd="0" presId="urn:microsoft.com/office/officeart/2018/2/layout/IconLabelList"/>
    <dgm:cxn modelId="{123A7384-C68D-42B1-8C85-375E48DEB92A}" type="presParOf" srcId="{8BB41DD7-E58A-437C-964C-6032182240BE}" destId="{FE145A05-721D-4D62-9B2A-E399F14D18B3}" srcOrd="3" destOrd="0" presId="urn:microsoft.com/office/officeart/2018/2/layout/IconLabelList"/>
    <dgm:cxn modelId="{FA714C71-4EB3-43E8-81CA-A9310B9E5057}" type="presParOf" srcId="{8BB41DD7-E58A-437C-964C-6032182240BE}" destId="{EFDE8FFE-35CF-4995-910D-4F609EEC5B0D}" srcOrd="4" destOrd="0" presId="urn:microsoft.com/office/officeart/2018/2/layout/IconLabelList"/>
    <dgm:cxn modelId="{CBCD75F9-2066-46AB-B2C1-13B97C9A03E7}" type="presParOf" srcId="{EFDE8FFE-35CF-4995-910D-4F609EEC5B0D}" destId="{123EA5E4-E311-4913-8858-D85088029B4E}" srcOrd="0" destOrd="0" presId="urn:microsoft.com/office/officeart/2018/2/layout/IconLabelList"/>
    <dgm:cxn modelId="{BF6AA43E-5D50-40C3-9037-B181B7928186}" type="presParOf" srcId="{EFDE8FFE-35CF-4995-910D-4F609EEC5B0D}" destId="{958640EC-4D10-412A-A7F5-6FBA4620F3B1}" srcOrd="1" destOrd="0" presId="urn:microsoft.com/office/officeart/2018/2/layout/IconLabelList"/>
    <dgm:cxn modelId="{99443045-B981-4D2A-8929-520CBA75B484}" type="presParOf" srcId="{EFDE8FFE-35CF-4995-910D-4F609EEC5B0D}" destId="{39370A67-2958-4C88-9603-770BED2638C9}" srcOrd="2" destOrd="0" presId="urn:microsoft.com/office/officeart/2018/2/layout/IconLabelList"/>
    <dgm:cxn modelId="{DFC301BA-6B25-4D52-9EF0-9572F6C4DB4E}" type="presParOf" srcId="{8BB41DD7-E58A-437C-964C-6032182240BE}" destId="{2CBB1E5E-F5D6-4523-8CA2-AE89DEAEF201}" srcOrd="5" destOrd="0" presId="urn:microsoft.com/office/officeart/2018/2/layout/IconLabelList"/>
    <dgm:cxn modelId="{9EADEEDF-A40B-4E87-B6D7-BBD0F1B74F82}" type="presParOf" srcId="{8BB41DD7-E58A-437C-964C-6032182240BE}" destId="{DC444C3A-BBF3-42B0-A540-E4734402274C}" srcOrd="6" destOrd="0" presId="urn:microsoft.com/office/officeart/2018/2/layout/IconLabelList"/>
    <dgm:cxn modelId="{E32937A8-596B-44FB-AA17-34F153C42A39}" type="presParOf" srcId="{DC444C3A-BBF3-42B0-A540-E4734402274C}" destId="{E1196E89-DA49-41C6-8084-B6EDD857773C}" srcOrd="0" destOrd="0" presId="urn:microsoft.com/office/officeart/2018/2/layout/IconLabelList"/>
    <dgm:cxn modelId="{84B38180-FCE5-416C-8B83-FA40A5800100}" type="presParOf" srcId="{DC444C3A-BBF3-42B0-A540-E4734402274C}" destId="{1C68A15F-12A3-4DFF-B276-0D76153925CE}" srcOrd="1" destOrd="0" presId="urn:microsoft.com/office/officeart/2018/2/layout/IconLabelList"/>
    <dgm:cxn modelId="{C5E2F7BD-0B58-49C6-93F6-8239F4E7E846}" type="presParOf" srcId="{DC444C3A-BBF3-42B0-A540-E4734402274C}" destId="{4D5CCD70-EACB-4C5F-96E0-7B477F839D8F}"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B912EE8-48B9-47A3-B89A-E66D120D37E0}" type="doc">
      <dgm:prSet loTypeId="urn:microsoft.com/office/officeart/2005/8/layout/process5" loCatId="process" qsTypeId="urn:microsoft.com/office/officeart/2005/8/quickstyle/simple5" qsCatId="simple" csTypeId="urn:microsoft.com/office/officeart/2005/8/colors/accent2_2" csCatId="accent2" phldr="1"/>
      <dgm:spPr/>
      <dgm:t>
        <a:bodyPr/>
        <a:lstStyle/>
        <a:p>
          <a:endParaRPr lang="en-US"/>
        </a:p>
      </dgm:t>
    </dgm:pt>
    <dgm:pt modelId="{46896407-C062-40E5-A124-A82D91ACCE88}">
      <dgm:prSet/>
      <dgm:spPr/>
      <dgm:t>
        <a:bodyPr/>
        <a:lstStyle/>
        <a:p>
          <a:r>
            <a:rPr lang="de-DE" b="0" i="0" baseline="0" dirty="0"/>
            <a:t>A </a:t>
          </a:r>
          <a:r>
            <a:rPr lang="de-DE" b="0" i="0" baseline="0" dirty="0" err="1"/>
            <a:t>client</a:t>
          </a:r>
          <a:r>
            <a:rPr lang="de-DE" b="0" i="0" baseline="0" dirty="0"/>
            <a:t> </a:t>
          </a:r>
          <a:r>
            <a:rPr lang="de-DE" b="0" i="0" baseline="0" dirty="0" err="1"/>
            <a:t>connects</a:t>
          </a:r>
          <a:r>
            <a:rPr lang="de-DE" b="0" i="0" baseline="0" dirty="0"/>
            <a:t> </a:t>
          </a:r>
          <a:r>
            <a:rPr lang="de-DE" b="0" i="0" baseline="0" dirty="0" err="1"/>
            <a:t>to</a:t>
          </a:r>
          <a:r>
            <a:rPr lang="de-DE" b="0" i="0" baseline="0" dirty="0"/>
            <a:t> </a:t>
          </a:r>
          <a:r>
            <a:rPr lang="de-DE" b="0" i="0" baseline="0" dirty="0" err="1"/>
            <a:t>the</a:t>
          </a:r>
          <a:r>
            <a:rPr lang="de-DE" b="0" i="0" baseline="0" dirty="0"/>
            <a:t> </a:t>
          </a:r>
          <a:r>
            <a:rPr lang="de-DE" b="0" i="0" baseline="0" dirty="0" err="1"/>
            <a:t>server</a:t>
          </a:r>
          <a:r>
            <a:rPr lang="de-DE" b="0" i="0" baseline="0" dirty="0"/>
            <a:t> </a:t>
          </a:r>
          <a:r>
            <a:rPr lang="de-DE" b="0" i="0" baseline="0" dirty="0" err="1"/>
            <a:t>over</a:t>
          </a:r>
          <a:r>
            <a:rPr lang="de-DE" b="0" i="0" baseline="0" dirty="0"/>
            <a:t> </a:t>
          </a:r>
          <a:r>
            <a:rPr lang="de-DE" b="0" i="0" baseline="0" dirty="0" err="1"/>
            <a:t>the</a:t>
          </a:r>
          <a:r>
            <a:rPr lang="de-DE" b="0" i="0" baseline="0" dirty="0"/>
            <a:t> Ethernet network</a:t>
          </a:r>
          <a:endParaRPr lang="en-US" dirty="0"/>
        </a:p>
      </dgm:t>
    </dgm:pt>
    <dgm:pt modelId="{028C591F-95EC-4ACF-90BF-A3C2F2902A10}" type="parTrans" cxnId="{E8DBB50C-4B56-44E4-B5ED-B7CF5D8909B3}">
      <dgm:prSet/>
      <dgm:spPr/>
      <dgm:t>
        <a:bodyPr/>
        <a:lstStyle/>
        <a:p>
          <a:endParaRPr lang="en-US"/>
        </a:p>
      </dgm:t>
    </dgm:pt>
    <dgm:pt modelId="{19BABD9E-A7AB-48DF-B29A-8355A04E74B0}" type="sibTrans" cxnId="{E8DBB50C-4B56-44E4-B5ED-B7CF5D8909B3}">
      <dgm:prSet/>
      <dgm:spPr/>
      <dgm:t>
        <a:bodyPr/>
        <a:lstStyle/>
        <a:p>
          <a:endParaRPr lang="en-US"/>
        </a:p>
      </dgm:t>
    </dgm:pt>
    <dgm:pt modelId="{13A3761D-0346-4D88-AC89-8C872B919B1E}">
      <dgm:prSet/>
      <dgm:spPr/>
      <dgm:t>
        <a:bodyPr/>
        <a:lstStyle/>
        <a:p>
          <a:br>
            <a:rPr lang="de-DE" b="0" i="0" baseline="0" dirty="0"/>
          </a:br>
          <a:br>
            <a:rPr lang="de-DE" b="0" i="0" baseline="0" dirty="0"/>
          </a:br>
          <a:r>
            <a:rPr lang="de-DE" b="0" i="0" baseline="0" dirty="0"/>
            <a:t>The </a:t>
          </a:r>
          <a:r>
            <a:rPr lang="de-DE" b="0" i="0" baseline="0" dirty="0" err="1"/>
            <a:t>client</a:t>
          </a:r>
          <a:r>
            <a:rPr lang="de-DE" b="0" i="0" baseline="0" dirty="0"/>
            <a:t> </a:t>
          </a:r>
          <a:r>
            <a:rPr lang="de-DE" b="0" i="0" baseline="0" dirty="0" err="1"/>
            <a:t>sends</a:t>
          </a:r>
          <a:r>
            <a:rPr lang="de-DE" b="0" i="0" baseline="0" dirty="0"/>
            <a:t> </a:t>
          </a:r>
          <a:r>
            <a:rPr lang="de-DE" b="0" i="0" baseline="0" dirty="0" err="1"/>
            <a:t>command</a:t>
          </a:r>
          <a:r>
            <a:rPr lang="de-DE" b="0" i="0" baseline="0" dirty="0"/>
            <a:t> </a:t>
          </a:r>
          <a:r>
            <a:rPr lang="de-DE" b="0" i="0" baseline="0" dirty="0" err="1"/>
            <a:t>packets</a:t>
          </a:r>
          <a:r>
            <a:rPr lang="de-DE" b="0" i="0" baseline="0" dirty="0"/>
            <a:t> </a:t>
          </a:r>
          <a:r>
            <a:rPr lang="de-DE" b="0" i="0" baseline="0" dirty="0" err="1"/>
            <a:t>to</a:t>
          </a:r>
          <a:r>
            <a:rPr lang="de-DE" b="0" i="0" baseline="0" dirty="0"/>
            <a:t> </a:t>
          </a:r>
          <a:r>
            <a:rPr lang="de-DE" b="0" i="0" baseline="0" dirty="0" err="1"/>
            <a:t>request</a:t>
          </a:r>
          <a:r>
            <a:rPr lang="de-DE" b="0" i="0" baseline="0" dirty="0"/>
            <a:t> </a:t>
          </a:r>
          <a:r>
            <a:rPr lang="de-DE" b="0" i="0" baseline="0" dirty="0" err="1"/>
            <a:t>measurements</a:t>
          </a:r>
          <a:br>
            <a:rPr lang="de-DE" b="0" i="0" baseline="0" dirty="0"/>
          </a:br>
          <a:endParaRPr lang="en-US" dirty="0"/>
        </a:p>
      </dgm:t>
    </dgm:pt>
    <dgm:pt modelId="{484734C8-AB0E-43E1-89F7-AC337399C14D}" type="parTrans" cxnId="{93FC1D14-EF31-4DCC-9929-1131AC89C1AC}">
      <dgm:prSet/>
      <dgm:spPr/>
      <dgm:t>
        <a:bodyPr/>
        <a:lstStyle/>
        <a:p>
          <a:endParaRPr lang="en-US"/>
        </a:p>
      </dgm:t>
    </dgm:pt>
    <dgm:pt modelId="{520EBBD7-E3C2-414C-AC03-71E2709AE16A}" type="sibTrans" cxnId="{93FC1D14-EF31-4DCC-9929-1131AC89C1AC}">
      <dgm:prSet/>
      <dgm:spPr/>
      <dgm:t>
        <a:bodyPr/>
        <a:lstStyle/>
        <a:p>
          <a:endParaRPr lang="en-US"/>
        </a:p>
      </dgm:t>
    </dgm:pt>
    <dgm:pt modelId="{6B0284E8-4C5D-4D3A-8553-4EE8C559F677}">
      <dgm:prSet/>
      <dgm:spPr/>
      <dgm:t>
        <a:bodyPr/>
        <a:lstStyle/>
        <a:p>
          <a:r>
            <a:rPr lang="de-DE" b="0" i="0" baseline="0" dirty="0"/>
            <a:t>The </a:t>
          </a:r>
          <a:r>
            <a:rPr lang="de-DE" b="0" i="0" baseline="0" dirty="0" err="1"/>
            <a:t>server</a:t>
          </a:r>
          <a:r>
            <a:rPr lang="de-DE" b="0" i="0" baseline="0" dirty="0"/>
            <a:t> </a:t>
          </a:r>
          <a:r>
            <a:rPr lang="de-DE" b="0" i="0" baseline="0" dirty="0" err="1"/>
            <a:t>responds</a:t>
          </a:r>
          <a:r>
            <a:rPr lang="de-DE" b="0" i="0" baseline="0" dirty="0"/>
            <a:t> </a:t>
          </a:r>
          <a:r>
            <a:rPr lang="de-DE" b="0" i="0" baseline="0" dirty="0" err="1"/>
            <a:t>with</a:t>
          </a:r>
          <a:r>
            <a:rPr lang="de-DE" b="0" i="0" baseline="0" dirty="0"/>
            <a:t> </a:t>
          </a:r>
          <a:r>
            <a:rPr lang="de-DE" b="0" i="0" baseline="0" dirty="0" err="1"/>
            <a:t>binary</a:t>
          </a:r>
          <a:r>
            <a:rPr lang="de-DE" b="0" i="0" baseline="0" dirty="0"/>
            <a:t> </a:t>
          </a:r>
          <a:r>
            <a:rPr lang="de-DE" b="0" i="0" baseline="0" dirty="0" err="1"/>
            <a:t>data</a:t>
          </a:r>
          <a:r>
            <a:rPr lang="de-DE" b="0" i="0" baseline="0" dirty="0"/>
            <a:t> </a:t>
          </a:r>
          <a:r>
            <a:rPr lang="de-DE" b="0" i="0" baseline="0" dirty="0" err="1"/>
            <a:t>packets</a:t>
          </a:r>
          <a:r>
            <a:rPr lang="de-DE" b="0" i="0" baseline="0" dirty="0"/>
            <a:t> </a:t>
          </a:r>
          <a:r>
            <a:rPr lang="de-DE" b="0" i="0" baseline="0" dirty="0" err="1"/>
            <a:t>containing</a:t>
          </a:r>
          <a:r>
            <a:rPr lang="de-DE" b="0" i="0" baseline="0" dirty="0"/>
            <a:t> </a:t>
          </a:r>
          <a:r>
            <a:rPr lang="de-DE" b="0" i="0" baseline="0" dirty="0" err="1"/>
            <a:t>sensor</a:t>
          </a:r>
          <a:r>
            <a:rPr lang="de-DE" b="0" i="0" baseline="0" dirty="0"/>
            <a:t> </a:t>
          </a:r>
          <a:r>
            <a:rPr lang="de-DE" b="0" i="0" baseline="0" dirty="0" err="1"/>
            <a:t>samples</a:t>
          </a:r>
          <a:endParaRPr lang="en-US" dirty="0"/>
        </a:p>
      </dgm:t>
    </dgm:pt>
    <dgm:pt modelId="{3E8A9965-8A1D-4CB2-85A5-401A214B2FB7}" type="parTrans" cxnId="{DB1C144B-ED70-4A90-AA56-6F64C92EEE54}">
      <dgm:prSet/>
      <dgm:spPr/>
      <dgm:t>
        <a:bodyPr/>
        <a:lstStyle/>
        <a:p>
          <a:endParaRPr lang="en-US"/>
        </a:p>
      </dgm:t>
    </dgm:pt>
    <dgm:pt modelId="{7E06A308-6039-4F82-AEC2-439C3CAF8248}" type="sibTrans" cxnId="{DB1C144B-ED70-4A90-AA56-6F64C92EEE54}">
      <dgm:prSet/>
      <dgm:spPr/>
      <dgm:t>
        <a:bodyPr/>
        <a:lstStyle/>
        <a:p>
          <a:endParaRPr lang="en-US"/>
        </a:p>
      </dgm:t>
    </dgm:pt>
    <dgm:pt modelId="{1560BC52-F765-4403-A883-E6B49C60F06E}">
      <dgm:prSet/>
      <dgm:spPr/>
      <dgm:t>
        <a:bodyPr/>
        <a:lstStyle/>
        <a:p>
          <a:r>
            <a:rPr lang="de-DE" b="0" i="0" baseline="0" dirty="0"/>
            <a:t>The </a:t>
          </a:r>
          <a:r>
            <a:rPr lang="de-DE" b="0" i="0" baseline="0" dirty="0" err="1"/>
            <a:t>server</a:t>
          </a:r>
          <a:r>
            <a:rPr lang="de-DE" b="0" i="0" baseline="0" dirty="0"/>
            <a:t> </a:t>
          </a:r>
          <a:r>
            <a:rPr lang="de-DE" b="0" i="0" baseline="0" dirty="0" err="1"/>
            <a:t>creates</a:t>
          </a:r>
          <a:r>
            <a:rPr lang="de-DE" b="0" i="0" baseline="0" dirty="0"/>
            <a:t> a TCP socket and </a:t>
          </a:r>
          <a:r>
            <a:rPr lang="de-DE" b="0" i="0" baseline="0" dirty="0" err="1"/>
            <a:t>waits</a:t>
          </a:r>
          <a:r>
            <a:rPr lang="de-DE" b="0" i="0" baseline="0" dirty="0"/>
            <a:t> </a:t>
          </a:r>
          <a:r>
            <a:rPr lang="de-DE" b="0" i="0" baseline="0" dirty="0" err="1"/>
            <a:t>for</a:t>
          </a:r>
          <a:r>
            <a:rPr lang="de-DE" b="0" i="0" baseline="0" dirty="0"/>
            <a:t> </a:t>
          </a:r>
          <a:r>
            <a:rPr lang="de-DE" b="0" i="0" baseline="0" dirty="0" err="1"/>
            <a:t>client</a:t>
          </a:r>
          <a:r>
            <a:rPr lang="de-DE" b="0" i="0" baseline="0" dirty="0"/>
            <a:t> </a:t>
          </a:r>
          <a:r>
            <a:rPr lang="de-DE" b="0" i="0" baseline="0" dirty="0" err="1"/>
            <a:t>connections</a:t>
          </a:r>
          <a:endParaRPr lang="de-DE" dirty="0"/>
        </a:p>
      </dgm:t>
    </dgm:pt>
    <dgm:pt modelId="{589EBAC7-AAE5-46D8-803F-28D4AFF9A475}" type="parTrans" cxnId="{72459C2F-29CB-47D6-A54D-30F30BED6454}">
      <dgm:prSet/>
      <dgm:spPr/>
      <dgm:t>
        <a:bodyPr/>
        <a:lstStyle/>
        <a:p>
          <a:endParaRPr lang="de-DE"/>
        </a:p>
      </dgm:t>
    </dgm:pt>
    <dgm:pt modelId="{618B3A11-CFDD-4EBF-BBCB-7B12DE9283AD}" type="sibTrans" cxnId="{72459C2F-29CB-47D6-A54D-30F30BED6454}">
      <dgm:prSet/>
      <dgm:spPr/>
      <dgm:t>
        <a:bodyPr/>
        <a:lstStyle/>
        <a:p>
          <a:endParaRPr lang="de-DE"/>
        </a:p>
      </dgm:t>
    </dgm:pt>
    <dgm:pt modelId="{FDA804B2-2FFA-4730-A6B7-4BC3FD57ECD0}" type="pres">
      <dgm:prSet presAssocID="{5B912EE8-48B9-47A3-B89A-E66D120D37E0}" presName="diagram" presStyleCnt="0">
        <dgm:presLayoutVars>
          <dgm:dir/>
          <dgm:resizeHandles val="exact"/>
        </dgm:presLayoutVars>
      </dgm:prSet>
      <dgm:spPr/>
    </dgm:pt>
    <dgm:pt modelId="{4780F00B-2CF2-4B66-BF6A-7E4E3E20D0E6}" type="pres">
      <dgm:prSet presAssocID="{1560BC52-F765-4403-A883-E6B49C60F06E}" presName="node" presStyleLbl="node1" presStyleIdx="0" presStyleCnt="4">
        <dgm:presLayoutVars>
          <dgm:bulletEnabled val="1"/>
        </dgm:presLayoutVars>
      </dgm:prSet>
      <dgm:spPr/>
    </dgm:pt>
    <dgm:pt modelId="{DEEAFC89-AFA0-4B07-A1CA-1985C0C30552}" type="pres">
      <dgm:prSet presAssocID="{618B3A11-CFDD-4EBF-BBCB-7B12DE9283AD}" presName="sibTrans" presStyleLbl="sibTrans2D1" presStyleIdx="0" presStyleCnt="3"/>
      <dgm:spPr/>
    </dgm:pt>
    <dgm:pt modelId="{E690A4D5-E468-46B3-B975-533211DBA5CE}" type="pres">
      <dgm:prSet presAssocID="{618B3A11-CFDD-4EBF-BBCB-7B12DE9283AD}" presName="connectorText" presStyleLbl="sibTrans2D1" presStyleIdx="0" presStyleCnt="3"/>
      <dgm:spPr/>
    </dgm:pt>
    <dgm:pt modelId="{930214D8-98DF-4AEC-BC9C-D8DE49B84E8B}" type="pres">
      <dgm:prSet presAssocID="{46896407-C062-40E5-A124-A82D91ACCE88}" presName="node" presStyleLbl="node1" presStyleIdx="1" presStyleCnt="4">
        <dgm:presLayoutVars>
          <dgm:bulletEnabled val="1"/>
        </dgm:presLayoutVars>
      </dgm:prSet>
      <dgm:spPr/>
    </dgm:pt>
    <dgm:pt modelId="{572426A1-D574-4A59-A2B9-785661D37AD9}" type="pres">
      <dgm:prSet presAssocID="{19BABD9E-A7AB-48DF-B29A-8355A04E74B0}" presName="sibTrans" presStyleLbl="sibTrans2D1" presStyleIdx="1" presStyleCnt="3"/>
      <dgm:spPr/>
    </dgm:pt>
    <dgm:pt modelId="{EED0CE79-7D77-4BDA-9D75-7997C2A75AD4}" type="pres">
      <dgm:prSet presAssocID="{19BABD9E-A7AB-48DF-B29A-8355A04E74B0}" presName="connectorText" presStyleLbl="sibTrans2D1" presStyleIdx="1" presStyleCnt="3"/>
      <dgm:spPr/>
    </dgm:pt>
    <dgm:pt modelId="{0837FB18-F7AF-4F17-8F00-93AF60A07F0F}" type="pres">
      <dgm:prSet presAssocID="{13A3761D-0346-4D88-AC89-8C872B919B1E}" presName="node" presStyleLbl="node1" presStyleIdx="2" presStyleCnt="4">
        <dgm:presLayoutVars>
          <dgm:bulletEnabled val="1"/>
        </dgm:presLayoutVars>
      </dgm:prSet>
      <dgm:spPr/>
    </dgm:pt>
    <dgm:pt modelId="{13EACEE7-BC00-4A97-9C2C-D190ABC10540}" type="pres">
      <dgm:prSet presAssocID="{520EBBD7-E3C2-414C-AC03-71E2709AE16A}" presName="sibTrans" presStyleLbl="sibTrans2D1" presStyleIdx="2" presStyleCnt="3"/>
      <dgm:spPr/>
    </dgm:pt>
    <dgm:pt modelId="{EC635994-AAEA-460C-B29A-ADDD68CE15A5}" type="pres">
      <dgm:prSet presAssocID="{520EBBD7-E3C2-414C-AC03-71E2709AE16A}" presName="connectorText" presStyleLbl="sibTrans2D1" presStyleIdx="2" presStyleCnt="3"/>
      <dgm:spPr/>
    </dgm:pt>
    <dgm:pt modelId="{6825BB86-2A74-42ED-AEE2-A108FF5B7DA6}" type="pres">
      <dgm:prSet presAssocID="{6B0284E8-4C5D-4D3A-8553-4EE8C559F677}" presName="node" presStyleLbl="node1" presStyleIdx="3" presStyleCnt="4">
        <dgm:presLayoutVars>
          <dgm:bulletEnabled val="1"/>
        </dgm:presLayoutVars>
      </dgm:prSet>
      <dgm:spPr/>
    </dgm:pt>
  </dgm:ptLst>
  <dgm:cxnLst>
    <dgm:cxn modelId="{E8DBB50C-4B56-44E4-B5ED-B7CF5D8909B3}" srcId="{5B912EE8-48B9-47A3-B89A-E66D120D37E0}" destId="{46896407-C062-40E5-A124-A82D91ACCE88}" srcOrd="1" destOrd="0" parTransId="{028C591F-95EC-4ACF-90BF-A3C2F2902A10}" sibTransId="{19BABD9E-A7AB-48DF-B29A-8355A04E74B0}"/>
    <dgm:cxn modelId="{5EC2FD0E-C8F1-4CF5-85A2-095B46E39050}" type="presOf" srcId="{46896407-C062-40E5-A124-A82D91ACCE88}" destId="{930214D8-98DF-4AEC-BC9C-D8DE49B84E8B}" srcOrd="0" destOrd="0" presId="urn:microsoft.com/office/officeart/2005/8/layout/process5"/>
    <dgm:cxn modelId="{93FC1D14-EF31-4DCC-9929-1131AC89C1AC}" srcId="{5B912EE8-48B9-47A3-B89A-E66D120D37E0}" destId="{13A3761D-0346-4D88-AC89-8C872B919B1E}" srcOrd="2" destOrd="0" parTransId="{484734C8-AB0E-43E1-89F7-AC337399C14D}" sibTransId="{520EBBD7-E3C2-414C-AC03-71E2709AE16A}"/>
    <dgm:cxn modelId="{749C4D1A-CA7B-49B9-B2F5-6BDC21B38FF2}" type="presOf" srcId="{6B0284E8-4C5D-4D3A-8553-4EE8C559F677}" destId="{6825BB86-2A74-42ED-AEE2-A108FF5B7DA6}" srcOrd="0" destOrd="0" presId="urn:microsoft.com/office/officeart/2005/8/layout/process5"/>
    <dgm:cxn modelId="{72459C2F-29CB-47D6-A54D-30F30BED6454}" srcId="{5B912EE8-48B9-47A3-B89A-E66D120D37E0}" destId="{1560BC52-F765-4403-A883-E6B49C60F06E}" srcOrd="0" destOrd="0" parTransId="{589EBAC7-AAE5-46D8-803F-28D4AFF9A475}" sibTransId="{618B3A11-CFDD-4EBF-BBCB-7B12DE9283AD}"/>
    <dgm:cxn modelId="{1540173F-C750-4385-92E4-06E6EEB8F894}" type="presOf" srcId="{618B3A11-CFDD-4EBF-BBCB-7B12DE9283AD}" destId="{E690A4D5-E468-46B3-B975-533211DBA5CE}" srcOrd="1" destOrd="0" presId="urn:microsoft.com/office/officeart/2005/8/layout/process5"/>
    <dgm:cxn modelId="{DB1C144B-ED70-4A90-AA56-6F64C92EEE54}" srcId="{5B912EE8-48B9-47A3-B89A-E66D120D37E0}" destId="{6B0284E8-4C5D-4D3A-8553-4EE8C559F677}" srcOrd="3" destOrd="0" parTransId="{3E8A9965-8A1D-4CB2-85A5-401A214B2FB7}" sibTransId="{7E06A308-6039-4F82-AEC2-439C3CAF8248}"/>
    <dgm:cxn modelId="{6C07BA6F-95DC-4FB9-9C73-20AAD1B9E4D6}" type="presOf" srcId="{19BABD9E-A7AB-48DF-B29A-8355A04E74B0}" destId="{572426A1-D574-4A59-A2B9-785661D37AD9}" srcOrd="0" destOrd="0" presId="urn:microsoft.com/office/officeart/2005/8/layout/process5"/>
    <dgm:cxn modelId="{8C83FF79-E209-4CB5-B6C4-089185251EE9}" type="presOf" srcId="{618B3A11-CFDD-4EBF-BBCB-7B12DE9283AD}" destId="{DEEAFC89-AFA0-4B07-A1CA-1985C0C30552}" srcOrd="0" destOrd="0" presId="urn:microsoft.com/office/officeart/2005/8/layout/process5"/>
    <dgm:cxn modelId="{E24D3D7C-407D-48F2-92E9-0009C55F0C92}" type="presOf" srcId="{1560BC52-F765-4403-A883-E6B49C60F06E}" destId="{4780F00B-2CF2-4B66-BF6A-7E4E3E20D0E6}" srcOrd="0" destOrd="0" presId="urn:microsoft.com/office/officeart/2005/8/layout/process5"/>
    <dgm:cxn modelId="{3A88AF7C-CFE5-4E64-9BB5-C83183EFF35B}" type="presOf" srcId="{13A3761D-0346-4D88-AC89-8C872B919B1E}" destId="{0837FB18-F7AF-4F17-8F00-93AF60A07F0F}" srcOrd="0" destOrd="0" presId="urn:microsoft.com/office/officeart/2005/8/layout/process5"/>
    <dgm:cxn modelId="{C849C994-B9D7-4C38-98D3-A2B56C91C63A}" type="presOf" srcId="{520EBBD7-E3C2-414C-AC03-71E2709AE16A}" destId="{EC635994-AAEA-460C-B29A-ADDD68CE15A5}" srcOrd="1" destOrd="0" presId="urn:microsoft.com/office/officeart/2005/8/layout/process5"/>
    <dgm:cxn modelId="{8A6792B0-36F1-4E8F-8790-04968CDE5A88}" type="presOf" srcId="{19BABD9E-A7AB-48DF-B29A-8355A04E74B0}" destId="{EED0CE79-7D77-4BDA-9D75-7997C2A75AD4}" srcOrd="1" destOrd="0" presId="urn:microsoft.com/office/officeart/2005/8/layout/process5"/>
    <dgm:cxn modelId="{CB5F91B5-1575-4684-8405-35AED37FA454}" type="presOf" srcId="{520EBBD7-E3C2-414C-AC03-71E2709AE16A}" destId="{13EACEE7-BC00-4A97-9C2C-D190ABC10540}" srcOrd="0" destOrd="0" presId="urn:microsoft.com/office/officeart/2005/8/layout/process5"/>
    <dgm:cxn modelId="{F660FCDC-BE2A-403F-BF56-995BB91C667A}" type="presOf" srcId="{5B912EE8-48B9-47A3-B89A-E66D120D37E0}" destId="{FDA804B2-2FFA-4730-A6B7-4BC3FD57ECD0}" srcOrd="0" destOrd="0" presId="urn:microsoft.com/office/officeart/2005/8/layout/process5"/>
    <dgm:cxn modelId="{897B02EA-66E4-49D6-80FF-3DED0A2F592F}" type="presParOf" srcId="{FDA804B2-2FFA-4730-A6B7-4BC3FD57ECD0}" destId="{4780F00B-2CF2-4B66-BF6A-7E4E3E20D0E6}" srcOrd="0" destOrd="0" presId="urn:microsoft.com/office/officeart/2005/8/layout/process5"/>
    <dgm:cxn modelId="{617E49B3-87C9-46DF-BAAD-6544298CEDB2}" type="presParOf" srcId="{FDA804B2-2FFA-4730-A6B7-4BC3FD57ECD0}" destId="{DEEAFC89-AFA0-4B07-A1CA-1985C0C30552}" srcOrd="1" destOrd="0" presId="urn:microsoft.com/office/officeart/2005/8/layout/process5"/>
    <dgm:cxn modelId="{F83E2EB8-6AD4-4187-A2D2-13B1E0F6C2E4}" type="presParOf" srcId="{DEEAFC89-AFA0-4B07-A1CA-1985C0C30552}" destId="{E690A4D5-E468-46B3-B975-533211DBA5CE}" srcOrd="0" destOrd="0" presId="urn:microsoft.com/office/officeart/2005/8/layout/process5"/>
    <dgm:cxn modelId="{45510797-E3DD-4F4C-A491-0062CAAAB96B}" type="presParOf" srcId="{FDA804B2-2FFA-4730-A6B7-4BC3FD57ECD0}" destId="{930214D8-98DF-4AEC-BC9C-D8DE49B84E8B}" srcOrd="2" destOrd="0" presId="urn:microsoft.com/office/officeart/2005/8/layout/process5"/>
    <dgm:cxn modelId="{4B22772C-CCF5-4F4B-B767-2555D795AD65}" type="presParOf" srcId="{FDA804B2-2FFA-4730-A6B7-4BC3FD57ECD0}" destId="{572426A1-D574-4A59-A2B9-785661D37AD9}" srcOrd="3" destOrd="0" presId="urn:microsoft.com/office/officeart/2005/8/layout/process5"/>
    <dgm:cxn modelId="{7535CFC8-71CD-46D7-8DF6-5DADA8E9D1F3}" type="presParOf" srcId="{572426A1-D574-4A59-A2B9-785661D37AD9}" destId="{EED0CE79-7D77-4BDA-9D75-7997C2A75AD4}" srcOrd="0" destOrd="0" presId="urn:microsoft.com/office/officeart/2005/8/layout/process5"/>
    <dgm:cxn modelId="{0E0BCE7F-6D22-4F19-9A79-21077E770A0A}" type="presParOf" srcId="{FDA804B2-2FFA-4730-A6B7-4BC3FD57ECD0}" destId="{0837FB18-F7AF-4F17-8F00-93AF60A07F0F}" srcOrd="4" destOrd="0" presId="urn:microsoft.com/office/officeart/2005/8/layout/process5"/>
    <dgm:cxn modelId="{F93EB36D-5D5E-4774-A04B-4554119BCB26}" type="presParOf" srcId="{FDA804B2-2FFA-4730-A6B7-4BC3FD57ECD0}" destId="{13EACEE7-BC00-4A97-9C2C-D190ABC10540}" srcOrd="5" destOrd="0" presId="urn:microsoft.com/office/officeart/2005/8/layout/process5"/>
    <dgm:cxn modelId="{A31060DA-DEE9-4045-A523-B9DBE8A26CDE}" type="presParOf" srcId="{13EACEE7-BC00-4A97-9C2C-D190ABC10540}" destId="{EC635994-AAEA-460C-B29A-ADDD68CE15A5}" srcOrd="0" destOrd="0" presId="urn:microsoft.com/office/officeart/2005/8/layout/process5"/>
    <dgm:cxn modelId="{B127BC0F-F41D-4FBB-BC49-706606233F1C}" type="presParOf" srcId="{FDA804B2-2FFA-4730-A6B7-4BC3FD57ECD0}" destId="{6825BB86-2A74-42ED-AEE2-A108FF5B7DA6}" srcOrd="6" destOrd="0" presId="urn:microsoft.com/office/officeart/2005/8/layout/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B702DB-7AA8-4D67-A60D-E6E0DB9471C5}">
      <dsp:nvSpPr>
        <dsp:cNvPr id="0" name=""/>
        <dsp:cNvSpPr/>
      </dsp:nvSpPr>
      <dsp:spPr>
        <a:xfrm>
          <a:off x="872040" y="803803"/>
          <a:ext cx="923990" cy="9239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0BA2C12-0CBA-47A3-A070-A664C1973A7D}">
      <dsp:nvSpPr>
        <dsp:cNvPr id="0" name=""/>
        <dsp:cNvSpPr/>
      </dsp:nvSpPr>
      <dsp:spPr>
        <a:xfrm>
          <a:off x="307380"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de-DE" sz="1500" kern="1200"/>
            <a:t>Develop an </a:t>
          </a:r>
          <a:r>
            <a:rPr lang="de-DE" sz="1500" b="1" kern="1200"/>
            <a:t>Embedded Linux server</a:t>
          </a:r>
          <a:r>
            <a:rPr lang="de-DE" sz="1500" kern="1200"/>
            <a:t> for sensor acquisition</a:t>
          </a:r>
          <a:endParaRPr lang="en-US" sz="1500" kern="1200"/>
        </a:p>
      </dsp:txBody>
      <dsp:txXfrm>
        <a:off x="307380" y="2017910"/>
        <a:ext cx="2053312" cy="720000"/>
      </dsp:txXfrm>
    </dsp:sp>
    <dsp:sp modelId="{AA243143-099B-4193-97A7-6D2CD3F0DE6F}">
      <dsp:nvSpPr>
        <dsp:cNvPr id="0" name=""/>
        <dsp:cNvSpPr/>
      </dsp:nvSpPr>
      <dsp:spPr>
        <a:xfrm>
          <a:off x="3284683" y="803803"/>
          <a:ext cx="923990" cy="9239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83BC50E-54A8-4562-95DA-E44AAE0A44F0}">
      <dsp:nvSpPr>
        <dsp:cNvPr id="0" name=""/>
        <dsp:cNvSpPr/>
      </dsp:nvSpPr>
      <dsp:spPr>
        <a:xfrm>
          <a:off x="2720022"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de-DE" sz="1500" kern="1200"/>
            <a:t>Transmit measurements via </a:t>
          </a:r>
          <a:r>
            <a:rPr lang="de-DE" sz="1500" b="1" kern="1200"/>
            <a:t>TCP/IP network communication</a:t>
          </a:r>
          <a:endParaRPr lang="en-US" sz="1500" kern="1200"/>
        </a:p>
      </dsp:txBody>
      <dsp:txXfrm>
        <a:off x="2720022" y="2017910"/>
        <a:ext cx="2053312" cy="720000"/>
      </dsp:txXfrm>
    </dsp:sp>
    <dsp:sp modelId="{32B932BE-50DA-415F-BC41-BC39CFA01E8C}">
      <dsp:nvSpPr>
        <dsp:cNvPr id="0" name=""/>
        <dsp:cNvSpPr/>
      </dsp:nvSpPr>
      <dsp:spPr>
        <a:xfrm>
          <a:off x="5697325" y="803803"/>
          <a:ext cx="923990" cy="9239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96EA02F-3372-4F88-ADA3-249EC0FE125B}">
      <dsp:nvSpPr>
        <dsp:cNvPr id="0" name=""/>
        <dsp:cNvSpPr/>
      </dsp:nvSpPr>
      <dsp:spPr>
        <a:xfrm>
          <a:off x="5132664"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de-DE" sz="1500" kern="1200"/>
            <a:t>Support </a:t>
          </a:r>
          <a:r>
            <a:rPr lang="de-DE" sz="1500" b="1" kern="1200"/>
            <a:t>multiple sensor sources</a:t>
          </a:r>
          <a:r>
            <a:rPr lang="de-DE" sz="1500" kern="1200"/>
            <a:t> (temperature, ADC, GPIO)</a:t>
          </a:r>
          <a:endParaRPr lang="en-US" sz="1500" kern="1200"/>
        </a:p>
      </dsp:txBody>
      <dsp:txXfrm>
        <a:off x="5132664" y="2017910"/>
        <a:ext cx="2053312" cy="720000"/>
      </dsp:txXfrm>
    </dsp:sp>
    <dsp:sp modelId="{D95BA840-F11C-4FCE-99CC-83041BF8E9E1}">
      <dsp:nvSpPr>
        <dsp:cNvPr id="0" name=""/>
        <dsp:cNvSpPr/>
      </dsp:nvSpPr>
      <dsp:spPr>
        <a:xfrm>
          <a:off x="8109967" y="803803"/>
          <a:ext cx="923990" cy="9239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0497CB8-ECAC-4648-B84D-9876D2465702}">
      <dsp:nvSpPr>
        <dsp:cNvPr id="0" name=""/>
        <dsp:cNvSpPr/>
      </dsp:nvSpPr>
      <dsp:spPr>
        <a:xfrm>
          <a:off x="7545306" y="2017910"/>
          <a:ext cx="205331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b="1" kern="1200"/>
            <a:t>GUI client</a:t>
          </a:r>
          <a:r>
            <a:rPr lang="en-US" sz="1500" kern="1200"/>
            <a:t> for visualization and control</a:t>
          </a:r>
        </a:p>
      </dsp:txBody>
      <dsp:txXfrm>
        <a:off x="7545306" y="2017910"/>
        <a:ext cx="2053312"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2BBFFF5-0AC0-4440-A87D-7D4628B38C6A}">
      <dsp:nvSpPr>
        <dsp:cNvPr id="0" name=""/>
        <dsp:cNvSpPr/>
      </dsp:nvSpPr>
      <dsp:spPr>
        <a:xfrm>
          <a:off x="0" y="2590818"/>
          <a:ext cx="4083387" cy="856617"/>
        </a:xfrm>
        <a:prstGeom prst="rect">
          <a:avLst/>
        </a:prstGeom>
        <a:solidFill>
          <a:schemeClr val="accent5">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GUI client</a:t>
          </a:r>
          <a:r>
            <a:rPr lang="en-US" sz="2000" kern="1200" dirty="0"/>
            <a:t> for visualization and control</a:t>
          </a:r>
        </a:p>
      </dsp:txBody>
      <dsp:txXfrm>
        <a:off x="0" y="2590818"/>
        <a:ext cx="4083387" cy="856617"/>
      </dsp:txXfrm>
    </dsp:sp>
    <dsp:sp modelId="{4CD63FEA-F942-4D3A-88CD-98F185C20717}">
      <dsp:nvSpPr>
        <dsp:cNvPr id="0" name=""/>
        <dsp:cNvSpPr/>
      </dsp:nvSpPr>
      <dsp:spPr>
        <a:xfrm rot="10800000">
          <a:off x="0" y="1305241"/>
          <a:ext cx="4083387" cy="1317477"/>
        </a:xfrm>
        <a:prstGeom prst="upArrowCallout">
          <a:avLst/>
        </a:prstGeom>
        <a:solidFill>
          <a:schemeClr val="accent5">
            <a:hueOff val="1178392"/>
            <a:satOff val="-5635"/>
            <a:lumOff val="617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dirty="0"/>
            <a:t>Embedded Linux server</a:t>
          </a:r>
          <a:r>
            <a:rPr lang="en-US" sz="2000" kern="1200" dirty="0"/>
            <a:t> for data processing and communication</a:t>
          </a:r>
        </a:p>
      </dsp:txBody>
      <dsp:txXfrm rot="10800000">
        <a:off x="0" y="1305241"/>
        <a:ext cx="4083387" cy="856057"/>
      </dsp:txXfrm>
    </dsp:sp>
    <dsp:sp modelId="{A3564DAF-9AB6-45AB-AD35-C25769975947}">
      <dsp:nvSpPr>
        <dsp:cNvPr id="0" name=""/>
        <dsp:cNvSpPr/>
      </dsp:nvSpPr>
      <dsp:spPr>
        <a:xfrm rot="10800000">
          <a:off x="0" y="0"/>
          <a:ext cx="4083387" cy="1317477"/>
        </a:xfrm>
        <a:prstGeom prst="upArrowCallout">
          <a:avLst/>
        </a:prstGeom>
        <a:solidFill>
          <a:schemeClr val="accent5">
            <a:hueOff val="2356783"/>
            <a:satOff val="-11270"/>
            <a:lumOff val="12353"/>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t>FPGA hardware</a:t>
          </a:r>
          <a:r>
            <a:rPr lang="en-US" sz="2000" kern="1200"/>
            <a:t> for sensor acquisition</a:t>
          </a:r>
        </a:p>
      </dsp:txBody>
      <dsp:txXfrm rot="10800000">
        <a:off x="0" y="0"/>
        <a:ext cx="4083387" cy="8560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F748DA-864F-4AF8-91E9-F381DF3890A5}">
      <dsp:nvSpPr>
        <dsp:cNvPr id="0" name=""/>
        <dsp:cNvSpPr/>
      </dsp:nvSpPr>
      <dsp:spPr>
        <a:xfrm>
          <a:off x="0" y="2800"/>
          <a:ext cx="9905999" cy="59654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19F237-C0FF-4127-8C5E-653A2D0D3F45}">
      <dsp:nvSpPr>
        <dsp:cNvPr id="0" name=""/>
        <dsp:cNvSpPr/>
      </dsp:nvSpPr>
      <dsp:spPr>
        <a:xfrm>
          <a:off x="180453" y="137022"/>
          <a:ext cx="328097" cy="32809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294B57-7932-413D-81AA-03C00A8E0C6F}">
      <dsp:nvSpPr>
        <dsp:cNvPr id="0" name=""/>
        <dsp:cNvSpPr/>
      </dsp:nvSpPr>
      <dsp:spPr>
        <a:xfrm>
          <a:off x="689005" y="2800"/>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844550">
            <a:lnSpc>
              <a:spcPct val="90000"/>
            </a:lnSpc>
            <a:spcBef>
              <a:spcPct val="0"/>
            </a:spcBef>
            <a:spcAft>
              <a:spcPct val="35000"/>
            </a:spcAft>
            <a:buNone/>
          </a:pPr>
          <a:r>
            <a:rPr lang="de-DE" sz="1900" b="1" kern="1200"/>
            <a:t>FPGA board</a:t>
          </a:r>
          <a:r>
            <a:rPr lang="de-DE" sz="1900" kern="1200"/>
            <a:t> for data acquisition</a:t>
          </a:r>
          <a:endParaRPr lang="en-US" sz="1900" kern="1200"/>
        </a:p>
      </dsp:txBody>
      <dsp:txXfrm>
        <a:off x="689005" y="2800"/>
        <a:ext cx="9216993" cy="596541"/>
      </dsp:txXfrm>
    </dsp:sp>
    <dsp:sp modelId="{88C4EA1F-FAEC-4257-8A76-9E4FE4B8405B}">
      <dsp:nvSpPr>
        <dsp:cNvPr id="0" name=""/>
        <dsp:cNvSpPr/>
      </dsp:nvSpPr>
      <dsp:spPr>
        <a:xfrm>
          <a:off x="0" y="748477"/>
          <a:ext cx="9905999" cy="59654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745D26-5729-4C8F-8DAE-BC4941CCF5E6}">
      <dsp:nvSpPr>
        <dsp:cNvPr id="0" name=""/>
        <dsp:cNvSpPr/>
      </dsp:nvSpPr>
      <dsp:spPr>
        <a:xfrm>
          <a:off x="180453" y="882699"/>
          <a:ext cx="328097" cy="32809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CBDA6A-FD64-4700-833F-4C0678BE5843}">
      <dsp:nvSpPr>
        <dsp:cNvPr id="0" name=""/>
        <dsp:cNvSpPr/>
      </dsp:nvSpPr>
      <dsp:spPr>
        <a:xfrm>
          <a:off x="689005" y="748477"/>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844550">
            <a:lnSpc>
              <a:spcPct val="90000"/>
            </a:lnSpc>
            <a:spcBef>
              <a:spcPct val="0"/>
            </a:spcBef>
            <a:spcAft>
              <a:spcPct val="35000"/>
            </a:spcAft>
            <a:buNone/>
          </a:pPr>
          <a:r>
            <a:rPr lang="de-DE" sz="1900" b="1" kern="1200"/>
            <a:t>Temperature sensor (MAX31865)</a:t>
          </a:r>
          <a:endParaRPr lang="en-US" sz="1900" kern="1200"/>
        </a:p>
      </dsp:txBody>
      <dsp:txXfrm>
        <a:off x="689005" y="748477"/>
        <a:ext cx="9216993" cy="596541"/>
      </dsp:txXfrm>
    </dsp:sp>
    <dsp:sp modelId="{2AEC80D0-6E06-40E8-B3C2-4DA9E5797479}">
      <dsp:nvSpPr>
        <dsp:cNvPr id="0" name=""/>
        <dsp:cNvSpPr/>
      </dsp:nvSpPr>
      <dsp:spPr>
        <a:xfrm>
          <a:off x="0" y="1494154"/>
          <a:ext cx="9905999" cy="59654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0ED9FC1-48C4-4907-9CF3-9DF89BF6996D}">
      <dsp:nvSpPr>
        <dsp:cNvPr id="0" name=""/>
        <dsp:cNvSpPr/>
      </dsp:nvSpPr>
      <dsp:spPr>
        <a:xfrm>
          <a:off x="180453" y="1628376"/>
          <a:ext cx="328097" cy="32809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D8292F5-CF76-4E28-A68A-9694F154F00B}">
      <dsp:nvSpPr>
        <dsp:cNvPr id="0" name=""/>
        <dsp:cNvSpPr/>
      </dsp:nvSpPr>
      <dsp:spPr>
        <a:xfrm>
          <a:off x="689005" y="1494154"/>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844550">
            <a:lnSpc>
              <a:spcPct val="90000"/>
            </a:lnSpc>
            <a:spcBef>
              <a:spcPct val="0"/>
            </a:spcBef>
            <a:spcAft>
              <a:spcPct val="35000"/>
            </a:spcAft>
            <a:buNone/>
          </a:pPr>
          <a:r>
            <a:rPr lang="de-DE" sz="1900" b="1" kern="1200"/>
            <a:t>Analog-to-Digital Converter channels (ADC)</a:t>
          </a:r>
          <a:endParaRPr lang="en-US" sz="1900" kern="1200"/>
        </a:p>
      </dsp:txBody>
      <dsp:txXfrm>
        <a:off x="689005" y="1494154"/>
        <a:ext cx="9216993" cy="596541"/>
      </dsp:txXfrm>
    </dsp:sp>
    <dsp:sp modelId="{4FFDF2B0-D07D-437F-AD94-8794E4278557}">
      <dsp:nvSpPr>
        <dsp:cNvPr id="0" name=""/>
        <dsp:cNvSpPr/>
      </dsp:nvSpPr>
      <dsp:spPr>
        <a:xfrm>
          <a:off x="0" y="2239831"/>
          <a:ext cx="9905999" cy="59654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67C8BC2-EE43-4D05-A686-3ABD89C74C97}">
      <dsp:nvSpPr>
        <dsp:cNvPr id="0" name=""/>
        <dsp:cNvSpPr/>
      </dsp:nvSpPr>
      <dsp:spPr>
        <a:xfrm>
          <a:off x="180453" y="2374052"/>
          <a:ext cx="328097" cy="32809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374FA84-9BE6-4500-81E2-4867715E1C73}">
      <dsp:nvSpPr>
        <dsp:cNvPr id="0" name=""/>
        <dsp:cNvSpPr/>
      </dsp:nvSpPr>
      <dsp:spPr>
        <a:xfrm>
          <a:off x="689005" y="2239831"/>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844550">
            <a:lnSpc>
              <a:spcPct val="90000"/>
            </a:lnSpc>
            <a:spcBef>
              <a:spcPct val="0"/>
            </a:spcBef>
            <a:spcAft>
              <a:spcPct val="35000"/>
            </a:spcAft>
            <a:buNone/>
          </a:pPr>
          <a:r>
            <a:rPr lang="de-DE" sz="1900" b="1" kern="1200"/>
            <a:t>Digital inputs (push buttons / switches)</a:t>
          </a:r>
          <a:endParaRPr lang="en-US" sz="1900" kern="1200"/>
        </a:p>
      </dsp:txBody>
      <dsp:txXfrm>
        <a:off x="689005" y="2239831"/>
        <a:ext cx="9216993" cy="596541"/>
      </dsp:txXfrm>
    </dsp:sp>
    <dsp:sp modelId="{40847117-D690-4FCA-86DB-ADFE0B4401CB}">
      <dsp:nvSpPr>
        <dsp:cNvPr id="0" name=""/>
        <dsp:cNvSpPr/>
      </dsp:nvSpPr>
      <dsp:spPr>
        <a:xfrm>
          <a:off x="0" y="2985507"/>
          <a:ext cx="9905999" cy="596541"/>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3BB16A-D542-4665-8DF3-DEDB1D77B6F3}">
      <dsp:nvSpPr>
        <dsp:cNvPr id="0" name=""/>
        <dsp:cNvSpPr/>
      </dsp:nvSpPr>
      <dsp:spPr>
        <a:xfrm>
          <a:off x="180453" y="3119729"/>
          <a:ext cx="328097" cy="32809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FC3253D-4B81-4167-A3ED-60ABC4A8E957}">
      <dsp:nvSpPr>
        <dsp:cNvPr id="0" name=""/>
        <dsp:cNvSpPr/>
      </dsp:nvSpPr>
      <dsp:spPr>
        <a:xfrm>
          <a:off x="689005" y="2985507"/>
          <a:ext cx="9216993" cy="5965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134" tIns="63134" rIns="63134" bIns="63134" numCol="1" spcCol="1270" anchor="ctr" anchorCtr="0">
          <a:noAutofit/>
        </a:bodyPr>
        <a:lstStyle/>
        <a:p>
          <a:pPr marL="0" lvl="0" indent="0" algn="l" defTabSz="844550">
            <a:lnSpc>
              <a:spcPct val="90000"/>
            </a:lnSpc>
            <a:spcBef>
              <a:spcPct val="0"/>
            </a:spcBef>
            <a:spcAft>
              <a:spcPct val="35000"/>
            </a:spcAft>
            <a:buNone/>
          </a:pPr>
          <a:r>
            <a:rPr lang="de-DE" sz="1900" b="1" kern="1200"/>
            <a:t>Ethernet interface</a:t>
          </a:r>
          <a:r>
            <a:rPr lang="de-DE" sz="1900" kern="1200"/>
            <a:t> for network communication</a:t>
          </a:r>
          <a:endParaRPr lang="en-US" sz="1900" kern="1200"/>
        </a:p>
      </dsp:txBody>
      <dsp:txXfrm>
        <a:off x="689005" y="2985507"/>
        <a:ext cx="9216993" cy="59654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1E2F7D-1E43-4BCC-9738-2BDE45F6E458}">
      <dsp:nvSpPr>
        <dsp:cNvPr id="0" name=""/>
        <dsp:cNvSpPr/>
      </dsp:nvSpPr>
      <dsp:spPr>
        <a:xfrm>
          <a:off x="938775" y="924667"/>
          <a:ext cx="926133" cy="92613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1561FE-B83B-48E4-877F-59682D736E92}">
      <dsp:nvSpPr>
        <dsp:cNvPr id="0" name=""/>
        <dsp:cNvSpPr/>
      </dsp:nvSpPr>
      <dsp:spPr>
        <a:xfrm>
          <a:off x="372805"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de-DE" sz="1600" kern="1200"/>
            <a:t>Hardware layer: Sensors and FPGA acquisition logic</a:t>
          </a:r>
          <a:endParaRPr lang="en-US" sz="1600" kern="1200"/>
        </a:p>
      </dsp:txBody>
      <dsp:txXfrm>
        <a:off x="372805" y="2141412"/>
        <a:ext cx="2058075" cy="720000"/>
      </dsp:txXfrm>
    </dsp:sp>
    <dsp:sp modelId="{DB5A361B-7D01-4616-AF06-E9790B4E38A9}">
      <dsp:nvSpPr>
        <dsp:cNvPr id="0" name=""/>
        <dsp:cNvSpPr/>
      </dsp:nvSpPr>
      <dsp:spPr>
        <a:xfrm>
          <a:off x="3357014" y="924667"/>
          <a:ext cx="926133" cy="92613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04CE31FB-2629-47B8-9B29-7823C6763A30}">
      <dsp:nvSpPr>
        <dsp:cNvPr id="0" name=""/>
        <dsp:cNvSpPr/>
      </dsp:nvSpPr>
      <dsp:spPr>
        <a:xfrm>
          <a:off x="2791043"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de-DE" sz="1600" kern="1200"/>
            <a:t>Linux driver layer: Provides access to FPGA hardware</a:t>
          </a:r>
          <a:endParaRPr lang="en-US" sz="1600" kern="1200"/>
        </a:p>
      </dsp:txBody>
      <dsp:txXfrm>
        <a:off x="2791043" y="2141412"/>
        <a:ext cx="2058075" cy="720000"/>
      </dsp:txXfrm>
    </dsp:sp>
    <dsp:sp modelId="{123EA5E4-E311-4913-8858-D85088029B4E}">
      <dsp:nvSpPr>
        <dsp:cNvPr id="0" name=""/>
        <dsp:cNvSpPr/>
      </dsp:nvSpPr>
      <dsp:spPr>
        <a:xfrm>
          <a:off x="5775252" y="924667"/>
          <a:ext cx="926133" cy="92613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9370A67-2958-4C88-9603-770BED2638C9}">
      <dsp:nvSpPr>
        <dsp:cNvPr id="0" name=""/>
        <dsp:cNvSpPr/>
      </dsp:nvSpPr>
      <dsp:spPr>
        <a:xfrm>
          <a:off x="5209281"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de-DE" sz="1600" kern="1200"/>
            <a:t>MNG server application: Handles sampling and TCP communication</a:t>
          </a:r>
          <a:endParaRPr lang="en-US" sz="1600" kern="1200"/>
        </a:p>
      </dsp:txBody>
      <dsp:txXfrm>
        <a:off x="5209281" y="2141412"/>
        <a:ext cx="2058075" cy="720000"/>
      </dsp:txXfrm>
    </dsp:sp>
    <dsp:sp modelId="{E1196E89-DA49-41C6-8084-B6EDD857773C}">
      <dsp:nvSpPr>
        <dsp:cNvPr id="0" name=""/>
        <dsp:cNvSpPr/>
      </dsp:nvSpPr>
      <dsp:spPr>
        <a:xfrm>
          <a:off x="8193490" y="924667"/>
          <a:ext cx="926133" cy="92613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D5CCD70-EACB-4C5F-96E0-7B477F839D8F}">
      <dsp:nvSpPr>
        <dsp:cNvPr id="0" name=""/>
        <dsp:cNvSpPr/>
      </dsp:nvSpPr>
      <dsp:spPr>
        <a:xfrm>
          <a:off x="7627519" y="2141412"/>
          <a:ext cx="2058075"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90000"/>
            </a:lnSpc>
            <a:spcBef>
              <a:spcPct val="0"/>
            </a:spcBef>
            <a:spcAft>
              <a:spcPct val="35000"/>
            </a:spcAft>
            <a:buNone/>
          </a:pPr>
          <a:r>
            <a:rPr lang="de-DE" sz="1600" kern="1200"/>
            <a:t>GUI client: Provides visualization and user interaction</a:t>
          </a:r>
          <a:endParaRPr lang="en-US" sz="1600" kern="1200"/>
        </a:p>
      </dsp:txBody>
      <dsp:txXfrm>
        <a:off x="7627519" y="2141412"/>
        <a:ext cx="2058075" cy="72000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780F00B-2CF2-4B66-BF6A-7E4E3E20D0E6}">
      <dsp:nvSpPr>
        <dsp:cNvPr id="0" name=""/>
        <dsp:cNvSpPr/>
      </dsp:nvSpPr>
      <dsp:spPr>
        <a:xfrm>
          <a:off x="748512" y="546"/>
          <a:ext cx="2212887" cy="1327732"/>
        </a:xfrm>
        <a:prstGeom prst="roundRect">
          <a:avLst>
            <a:gd name="adj" fmla="val 10000"/>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b="0" i="0" kern="1200" baseline="0" dirty="0"/>
            <a:t>The </a:t>
          </a:r>
          <a:r>
            <a:rPr lang="de-DE" sz="1300" b="0" i="0" kern="1200" baseline="0" dirty="0" err="1"/>
            <a:t>server</a:t>
          </a:r>
          <a:r>
            <a:rPr lang="de-DE" sz="1300" b="0" i="0" kern="1200" baseline="0" dirty="0"/>
            <a:t> </a:t>
          </a:r>
          <a:r>
            <a:rPr lang="de-DE" sz="1300" b="0" i="0" kern="1200" baseline="0" dirty="0" err="1"/>
            <a:t>creates</a:t>
          </a:r>
          <a:r>
            <a:rPr lang="de-DE" sz="1300" b="0" i="0" kern="1200" baseline="0" dirty="0"/>
            <a:t> a TCP socket and </a:t>
          </a:r>
          <a:r>
            <a:rPr lang="de-DE" sz="1300" b="0" i="0" kern="1200" baseline="0" dirty="0" err="1"/>
            <a:t>waits</a:t>
          </a:r>
          <a:r>
            <a:rPr lang="de-DE" sz="1300" b="0" i="0" kern="1200" baseline="0" dirty="0"/>
            <a:t> </a:t>
          </a:r>
          <a:r>
            <a:rPr lang="de-DE" sz="1300" b="0" i="0" kern="1200" baseline="0" dirty="0" err="1"/>
            <a:t>for</a:t>
          </a:r>
          <a:r>
            <a:rPr lang="de-DE" sz="1300" b="0" i="0" kern="1200" baseline="0" dirty="0"/>
            <a:t> </a:t>
          </a:r>
          <a:r>
            <a:rPr lang="de-DE" sz="1300" b="0" i="0" kern="1200" baseline="0" dirty="0" err="1"/>
            <a:t>client</a:t>
          </a:r>
          <a:r>
            <a:rPr lang="de-DE" sz="1300" b="0" i="0" kern="1200" baseline="0" dirty="0"/>
            <a:t> </a:t>
          </a:r>
          <a:r>
            <a:rPr lang="de-DE" sz="1300" b="0" i="0" kern="1200" baseline="0" dirty="0" err="1"/>
            <a:t>connections</a:t>
          </a:r>
          <a:endParaRPr lang="de-DE" sz="1300" kern="1200" dirty="0"/>
        </a:p>
      </dsp:txBody>
      <dsp:txXfrm>
        <a:off x="787400" y="39434"/>
        <a:ext cx="2135111" cy="1249956"/>
      </dsp:txXfrm>
    </dsp:sp>
    <dsp:sp modelId="{DEEAFC89-AFA0-4B07-A1CA-1985C0C30552}">
      <dsp:nvSpPr>
        <dsp:cNvPr id="0" name=""/>
        <dsp:cNvSpPr/>
      </dsp:nvSpPr>
      <dsp:spPr>
        <a:xfrm>
          <a:off x="3156134" y="390014"/>
          <a:ext cx="469132" cy="548796"/>
        </a:xfrm>
        <a:prstGeom prst="rightArrow">
          <a:avLst>
            <a:gd name="adj1" fmla="val 60000"/>
            <a:gd name="adj2" fmla="val 50000"/>
          </a:avLst>
        </a:prstGeom>
        <a:gradFill rotWithShape="0">
          <a:gsLst>
            <a:gs pos="0">
              <a:schemeClr val="accent2">
                <a:tint val="60000"/>
                <a:hueOff val="0"/>
                <a:satOff val="0"/>
                <a:lumOff val="0"/>
                <a:alphaOff val="0"/>
                <a:tint val="94000"/>
                <a:satMod val="105000"/>
                <a:lumMod val="102000"/>
              </a:schemeClr>
            </a:gs>
            <a:gs pos="100000">
              <a:schemeClr val="accent2">
                <a:tint val="60000"/>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de-DE" sz="1000" kern="1200"/>
        </a:p>
      </dsp:txBody>
      <dsp:txXfrm>
        <a:off x="3156134" y="499773"/>
        <a:ext cx="328392" cy="329278"/>
      </dsp:txXfrm>
    </dsp:sp>
    <dsp:sp modelId="{930214D8-98DF-4AEC-BC9C-D8DE49B84E8B}">
      <dsp:nvSpPr>
        <dsp:cNvPr id="0" name=""/>
        <dsp:cNvSpPr/>
      </dsp:nvSpPr>
      <dsp:spPr>
        <a:xfrm>
          <a:off x="3846555" y="546"/>
          <a:ext cx="2212887" cy="1327732"/>
        </a:xfrm>
        <a:prstGeom prst="roundRect">
          <a:avLst>
            <a:gd name="adj" fmla="val 10000"/>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b="0" i="0" kern="1200" baseline="0" dirty="0"/>
            <a:t>A </a:t>
          </a:r>
          <a:r>
            <a:rPr lang="de-DE" sz="1300" b="0" i="0" kern="1200" baseline="0" dirty="0" err="1"/>
            <a:t>client</a:t>
          </a:r>
          <a:r>
            <a:rPr lang="de-DE" sz="1300" b="0" i="0" kern="1200" baseline="0" dirty="0"/>
            <a:t> </a:t>
          </a:r>
          <a:r>
            <a:rPr lang="de-DE" sz="1300" b="0" i="0" kern="1200" baseline="0" dirty="0" err="1"/>
            <a:t>connects</a:t>
          </a:r>
          <a:r>
            <a:rPr lang="de-DE" sz="1300" b="0" i="0" kern="1200" baseline="0" dirty="0"/>
            <a:t> </a:t>
          </a:r>
          <a:r>
            <a:rPr lang="de-DE" sz="1300" b="0" i="0" kern="1200" baseline="0" dirty="0" err="1"/>
            <a:t>to</a:t>
          </a:r>
          <a:r>
            <a:rPr lang="de-DE" sz="1300" b="0" i="0" kern="1200" baseline="0" dirty="0"/>
            <a:t> </a:t>
          </a:r>
          <a:r>
            <a:rPr lang="de-DE" sz="1300" b="0" i="0" kern="1200" baseline="0" dirty="0" err="1"/>
            <a:t>the</a:t>
          </a:r>
          <a:r>
            <a:rPr lang="de-DE" sz="1300" b="0" i="0" kern="1200" baseline="0" dirty="0"/>
            <a:t> </a:t>
          </a:r>
          <a:r>
            <a:rPr lang="de-DE" sz="1300" b="0" i="0" kern="1200" baseline="0" dirty="0" err="1"/>
            <a:t>server</a:t>
          </a:r>
          <a:r>
            <a:rPr lang="de-DE" sz="1300" b="0" i="0" kern="1200" baseline="0" dirty="0"/>
            <a:t> </a:t>
          </a:r>
          <a:r>
            <a:rPr lang="de-DE" sz="1300" b="0" i="0" kern="1200" baseline="0" dirty="0" err="1"/>
            <a:t>over</a:t>
          </a:r>
          <a:r>
            <a:rPr lang="de-DE" sz="1300" b="0" i="0" kern="1200" baseline="0" dirty="0"/>
            <a:t> </a:t>
          </a:r>
          <a:r>
            <a:rPr lang="de-DE" sz="1300" b="0" i="0" kern="1200" baseline="0" dirty="0" err="1"/>
            <a:t>the</a:t>
          </a:r>
          <a:r>
            <a:rPr lang="de-DE" sz="1300" b="0" i="0" kern="1200" baseline="0" dirty="0"/>
            <a:t> Ethernet network</a:t>
          </a:r>
          <a:endParaRPr lang="en-US" sz="1300" kern="1200" dirty="0"/>
        </a:p>
      </dsp:txBody>
      <dsp:txXfrm>
        <a:off x="3885443" y="39434"/>
        <a:ext cx="2135111" cy="1249956"/>
      </dsp:txXfrm>
    </dsp:sp>
    <dsp:sp modelId="{572426A1-D574-4A59-A2B9-785661D37AD9}">
      <dsp:nvSpPr>
        <dsp:cNvPr id="0" name=""/>
        <dsp:cNvSpPr/>
      </dsp:nvSpPr>
      <dsp:spPr>
        <a:xfrm>
          <a:off x="6254177" y="390014"/>
          <a:ext cx="469132" cy="548796"/>
        </a:xfrm>
        <a:prstGeom prst="rightArrow">
          <a:avLst>
            <a:gd name="adj1" fmla="val 60000"/>
            <a:gd name="adj2" fmla="val 50000"/>
          </a:avLst>
        </a:prstGeom>
        <a:gradFill rotWithShape="0">
          <a:gsLst>
            <a:gs pos="0">
              <a:schemeClr val="accent2">
                <a:tint val="60000"/>
                <a:hueOff val="0"/>
                <a:satOff val="0"/>
                <a:lumOff val="0"/>
                <a:alphaOff val="0"/>
                <a:tint val="94000"/>
                <a:satMod val="105000"/>
                <a:lumMod val="102000"/>
              </a:schemeClr>
            </a:gs>
            <a:gs pos="100000">
              <a:schemeClr val="accent2">
                <a:tint val="60000"/>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6254177" y="499773"/>
        <a:ext cx="328392" cy="329278"/>
      </dsp:txXfrm>
    </dsp:sp>
    <dsp:sp modelId="{0837FB18-F7AF-4F17-8F00-93AF60A07F0F}">
      <dsp:nvSpPr>
        <dsp:cNvPr id="0" name=""/>
        <dsp:cNvSpPr/>
      </dsp:nvSpPr>
      <dsp:spPr>
        <a:xfrm>
          <a:off x="6944598" y="546"/>
          <a:ext cx="2212887" cy="1327732"/>
        </a:xfrm>
        <a:prstGeom prst="roundRect">
          <a:avLst>
            <a:gd name="adj" fmla="val 10000"/>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br>
            <a:rPr lang="de-DE" sz="1300" b="0" i="0" kern="1200" baseline="0" dirty="0"/>
          </a:br>
          <a:br>
            <a:rPr lang="de-DE" sz="1300" b="0" i="0" kern="1200" baseline="0" dirty="0"/>
          </a:br>
          <a:r>
            <a:rPr lang="de-DE" sz="1300" b="0" i="0" kern="1200" baseline="0" dirty="0"/>
            <a:t>The </a:t>
          </a:r>
          <a:r>
            <a:rPr lang="de-DE" sz="1300" b="0" i="0" kern="1200" baseline="0" dirty="0" err="1"/>
            <a:t>client</a:t>
          </a:r>
          <a:r>
            <a:rPr lang="de-DE" sz="1300" b="0" i="0" kern="1200" baseline="0" dirty="0"/>
            <a:t> </a:t>
          </a:r>
          <a:r>
            <a:rPr lang="de-DE" sz="1300" b="0" i="0" kern="1200" baseline="0" dirty="0" err="1"/>
            <a:t>sends</a:t>
          </a:r>
          <a:r>
            <a:rPr lang="de-DE" sz="1300" b="0" i="0" kern="1200" baseline="0" dirty="0"/>
            <a:t> </a:t>
          </a:r>
          <a:r>
            <a:rPr lang="de-DE" sz="1300" b="0" i="0" kern="1200" baseline="0" dirty="0" err="1"/>
            <a:t>command</a:t>
          </a:r>
          <a:r>
            <a:rPr lang="de-DE" sz="1300" b="0" i="0" kern="1200" baseline="0" dirty="0"/>
            <a:t> </a:t>
          </a:r>
          <a:r>
            <a:rPr lang="de-DE" sz="1300" b="0" i="0" kern="1200" baseline="0" dirty="0" err="1"/>
            <a:t>packets</a:t>
          </a:r>
          <a:r>
            <a:rPr lang="de-DE" sz="1300" b="0" i="0" kern="1200" baseline="0" dirty="0"/>
            <a:t> </a:t>
          </a:r>
          <a:r>
            <a:rPr lang="de-DE" sz="1300" b="0" i="0" kern="1200" baseline="0" dirty="0" err="1"/>
            <a:t>to</a:t>
          </a:r>
          <a:r>
            <a:rPr lang="de-DE" sz="1300" b="0" i="0" kern="1200" baseline="0" dirty="0"/>
            <a:t> </a:t>
          </a:r>
          <a:r>
            <a:rPr lang="de-DE" sz="1300" b="0" i="0" kern="1200" baseline="0" dirty="0" err="1"/>
            <a:t>request</a:t>
          </a:r>
          <a:r>
            <a:rPr lang="de-DE" sz="1300" b="0" i="0" kern="1200" baseline="0" dirty="0"/>
            <a:t> </a:t>
          </a:r>
          <a:r>
            <a:rPr lang="de-DE" sz="1300" b="0" i="0" kern="1200" baseline="0" dirty="0" err="1"/>
            <a:t>measurements</a:t>
          </a:r>
          <a:br>
            <a:rPr lang="de-DE" sz="1300" b="0" i="0" kern="1200" baseline="0" dirty="0"/>
          </a:br>
          <a:endParaRPr lang="en-US" sz="1300" kern="1200" dirty="0"/>
        </a:p>
      </dsp:txBody>
      <dsp:txXfrm>
        <a:off x="6983486" y="39434"/>
        <a:ext cx="2135111" cy="1249956"/>
      </dsp:txXfrm>
    </dsp:sp>
    <dsp:sp modelId="{13EACEE7-BC00-4A97-9C2C-D190ABC10540}">
      <dsp:nvSpPr>
        <dsp:cNvPr id="0" name=""/>
        <dsp:cNvSpPr/>
      </dsp:nvSpPr>
      <dsp:spPr>
        <a:xfrm rot="5400000">
          <a:off x="7816476" y="1483181"/>
          <a:ext cx="469132" cy="548796"/>
        </a:xfrm>
        <a:prstGeom prst="rightArrow">
          <a:avLst>
            <a:gd name="adj1" fmla="val 60000"/>
            <a:gd name="adj2" fmla="val 50000"/>
          </a:avLst>
        </a:prstGeom>
        <a:gradFill rotWithShape="0">
          <a:gsLst>
            <a:gs pos="0">
              <a:schemeClr val="accent2">
                <a:tint val="60000"/>
                <a:hueOff val="0"/>
                <a:satOff val="0"/>
                <a:lumOff val="0"/>
                <a:alphaOff val="0"/>
                <a:tint val="94000"/>
                <a:satMod val="105000"/>
                <a:lumMod val="102000"/>
              </a:schemeClr>
            </a:gs>
            <a:gs pos="100000">
              <a:schemeClr val="accent2">
                <a:tint val="60000"/>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7886403" y="1523013"/>
        <a:ext cx="329278" cy="328392"/>
      </dsp:txXfrm>
    </dsp:sp>
    <dsp:sp modelId="{6825BB86-2A74-42ED-AEE2-A108FF5B7DA6}">
      <dsp:nvSpPr>
        <dsp:cNvPr id="0" name=""/>
        <dsp:cNvSpPr/>
      </dsp:nvSpPr>
      <dsp:spPr>
        <a:xfrm>
          <a:off x="6944598" y="2213434"/>
          <a:ext cx="2212887" cy="1327732"/>
        </a:xfrm>
        <a:prstGeom prst="roundRect">
          <a:avLst>
            <a:gd name="adj" fmla="val 10000"/>
          </a:avLst>
        </a:prstGeom>
        <a:gradFill rotWithShape="0">
          <a:gsLst>
            <a:gs pos="0">
              <a:schemeClr val="accent2">
                <a:hueOff val="0"/>
                <a:satOff val="0"/>
                <a:lumOff val="0"/>
                <a:alphaOff val="0"/>
                <a:tint val="94000"/>
                <a:satMod val="105000"/>
                <a:lumMod val="102000"/>
              </a:schemeClr>
            </a:gs>
            <a:gs pos="100000">
              <a:schemeClr val="accent2">
                <a:hueOff val="0"/>
                <a:satOff val="0"/>
                <a:lumOff val="0"/>
                <a:alphaOff val="0"/>
                <a:shade val="74000"/>
                <a:satMod val="128000"/>
                <a:lumMod val="100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49530" tIns="49530" rIns="49530" bIns="49530" numCol="1" spcCol="1270" anchor="ctr" anchorCtr="0">
          <a:noAutofit/>
        </a:bodyPr>
        <a:lstStyle/>
        <a:p>
          <a:pPr marL="0" lvl="0" indent="0" algn="ctr" defTabSz="577850">
            <a:lnSpc>
              <a:spcPct val="90000"/>
            </a:lnSpc>
            <a:spcBef>
              <a:spcPct val="0"/>
            </a:spcBef>
            <a:spcAft>
              <a:spcPct val="35000"/>
            </a:spcAft>
            <a:buNone/>
          </a:pPr>
          <a:r>
            <a:rPr lang="de-DE" sz="1300" b="0" i="0" kern="1200" baseline="0" dirty="0"/>
            <a:t>The </a:t>
          </a:r>
          <a:r>
            <a:rPr lang="de-DE" sz="1300" b="0" i="0" kern="1200" baseline="0" dirty="0" err="1"/>
            <a:t>server</a:t>
          </a:r>
          <a:r>
            <a:rPr lang="de-DE" sz="1300" b="0" i="0" kern="1200" baseline="0" dirty="0"/>
            <a:t> </a:t>
          </a:r>
          <a:r>
            <a:rPr lang="de-DE" sz="1300" b="0" i="0" kern="1200" baseline="0" dirty="0" err="1"/>
            <a:t>responds</a:t>
          </a:r>
          <a:r>
            <a:rPr lang="de-DE" sz="1300" b="0" i="0" kern="1200" baseline="0" dirty="0"/>
            <a:t> </a:t>
          </a:r>
          <a:r>
            <a:rPr lang="de-DE" sz="1300" b="0" i="0" kern="1200" baseline="0" dirty="0" err="1"/>
            <a:t>with</a:t>
          </a:r>
          <a:r>
            <a:rPr lang="de-DE" sz="1300" b="0" i="0" kern="1200" baseline="0" dirty="0"/>
            <a:t> </a:t>
          </a:r>
          <a:r>
            <a:rPr lang="de-DE" sz="1300" b="0" i="0" kern="1200" baseline="0" dirty="0" err="1"/>
            <a:t>binary</a:t>
          </a:r>
          <a:r>
            <a:rPr lang="de-DE" sz="1300" b="0" i="0" kern="1200" baseline="0" dirty="0"/>
            <a:t> </a:t>
          </a:r>
          <a:r>
            <a:rPr lang="de-DE" sz="1300" b="0" i="0" kern="1200" baseline="0" dirty="0" err="1"/>
            <a:t>data</a:t>
          </a:r>
          <a:r>
            <a:rPr lang="de-DE" sz="1300" b="0" i="0" kern="1200" baseline="0" dirty="0"/>
            <a:t> </a:t>
          </a:r>
          <a:r>
            <a:rPr lang="de-DE" sz="1300" b="0" i="0" kern="1200" baseline="0" dirty="0" err="1"/>
            <a:t>packets</a:t>
          </a:r>
          <a:r>
            <a:rPr lang="de-DE" sz="1300" b="0" i="0" kern="1200" baseline="0" dirty="0"/>
            <a:t> </a:t>
          </a:r>
          <a:r>
            <a:rPr lang="de-DE" sz="1300" b="0" i="0" kern="1200" baseline="0" dirty="0" err="1"/>
            <a:t>containing</a:t>
          </a:r>
          <a:r>
            <a:rPr lang="de-DE" sz="1300" b="0" i="0" kern="1200" baseline="0" dirty="0"/>
            <a:t> </a:t>
          </a:r>
          <a:r>
            <a:rPr lang="de-DE" sz="1300" b="0" i="0" kern="1200" baseline="0" dirty="0" err="1"/>
            <a:t>sensor</a:t>
          </a:r>
          <a:r>
            <a:rPr lang="de-DE" sz="1300" b="0" i="0" kern="1200" baseline="0" dirty="0"/>
            <a:t> </a:t>
          </a:r>
          <a:r>
            <a:rPr lang="de-DE" sz="1300" b="0" i="0" kern="1200" baseline="0" dirty="0" err="1"/>
            <a:t>samples</a:t>
          </a:r>
          <a:endParaRPr lang="en-US" sz="1300" kern="1200" dirty="0"/>
        </a:p>
      </dsp:txBody>
      <dsp:txXfrm>
        <a:off x="6983486" y="2252322"/>
        <a:ext cx="2135111" cy="1249956"/>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C1A939-9F83-4DC6-8531-515CF70C1D68}" type="datetimeFigureOut">
              <a:rPr lang="de-DE" smtClean="0"/>
              <a:t>16.03.2026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FE116A8-3D65-4C0F-AAD2-99995C1E2716}" type="slidenum">
              <a:rPr lang="de-DE" smtClean="0"/>
              <a:t>‹#›</a:t>
            </a:fld>
            <a:endParaRPr lang="de-DE"/>
          </a:p>
        </p:txBody>
      </p:sp>
    </p:spTree>
    <p:extLst>
      <p:ext uri="{BB962C8B-B14F-4D97-AF65-F5344CB8AC3E}">
        <p14:creationId xmlns:p14="http://schemas.microsoft.com/office/powerpoint/2010/main" val="32232098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my name is Saeed Omidvari and this presentation introduces my Embedded Systems Project, the Measurement Network Gateway. </a:t>
            </a:r>
            <a:r>
              <a:rPr lang="en-US"/>
              <a:t>The goal of this project was to design and implement a system that acquires sensor data from embedded hardware and makes it available for monitoring on a control computer.</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1</a:t>
            </a:fld>
            <a:endParaRPr lang="de-DE"/>
          </a:p>
        </p:txBody>
      </p:sp>
    </p:spTree>
    <p:extLst>
      <p:ext uri="{BB962C8B-B14F-4D97-AF65-F5344CB8AC3E}">
        <p14:creationId xmlns:p14="http://schemas.microsoft.com/office/powerpoint/2010/main" val="3622627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Embedded measurement systems must acquire sensor data reliably while also allowing remote monitoring and visualization. However, achieving stable sampling, efficient data transmission, and real-time visualization simultaneously can be challenging. Therefore, the motivation of this project was to develop a gateway system that reliably transfers measurement data from embedded hardware to a monitoring application.</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2</a:t>
            </a:fld>
            <a:endParaRPr lang="de-DE"/>
          </a:p>
        </p:txBody>
      </p:sp>
    </p:spTree>
    <p:extLst>
      <p:ext uri="{BB962C8B-B14F-4D97-AF65-F5344CB8AC3E}">
        <p14:creationId xmlns:p14="http://schemas.microsoft.com/office/powerpoint/2010/main" val="211071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34C2B-B29D-C6A9-264E-8D5712D0C2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A7299-7172-59A7-500F-5A42A0C90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E722B-7BAF-5BFA-F241-6A563D58B80C}"/>
              </a:ext>
            </a:extLst>
          </p:cNvPr>
          <p:cNvSpPr>
            <a:spLocks noGrp="1"/>
          </p:cNvSpPr>
          <p:nvPr>
            <p:ph type="body" idx="1"/>
          </p:nvPr>
        </p:nvSpPr>
        <p:spPr/>
        <p:txBody>
          <a:bodyPr/>
          <a:lstStyle/>
          <a:p>
            <a:r>
              <a:rPr lang="en-US" dirty="0"/>
              <a:t>The main objective of the project was to design a complete measurement gateway system. This includes implementing a reliable data acquisition mechanism, designing a TCP-based communication interface, and creating a graphical user interface for real-time monitoring and control.</a:t>
            </a:r>
          </a:p>
        </p:txBody>
      </p:sp>
      <p:sp>
        <p:nvSpPr>
          <p:cNvPr id="4" name="Slide Number Placeholder 3">
            <a:extLst>
              <a:ext uri="{FF2B5EF4-FFF2-40B4-BE49-F238E27FC236}">
                <a16:creationId xmlns:a16="http://schemas.microsoft.com/office/drawing/2014/main" id="{10AF8BE0-3BA8-2751-7E82-175F5D474CF7}"/>
              </a:ext>
            </a:extLst>
          </p:cNvPr>
          <p:cNvSpPr>
            <a:spLocks noGrp="1"/>
          </p:cNvSpPr>
          <p:nvPr>
            <p:ph type="sldNum" sz="quarter" idx="5"/>
          </p:nvPr>
        </p:nvSpPr>
        <p:spPr/>
        <p:txBody>
          <a:bodyPr/>
          <a:lstStyle/>
          <a:p>
            <a:fld id="{2FE116A8-3D65-4C0F-AAD2-99995C1E2716}" type="slidenum">
              <a:rPr lang="de-DE" smtClean="0"/>
              <a:t>3</a:t>
            </a:fld>
            <a:endParaRPr lang="de-DE"/>
          </a:p>
        </p:txBody>
      </p:sp>
    </p:spTree>
    <p:extLst>
      <p:ext uri="{BB962C8B-B14F-4D97-AF65-F5344CB8AC3E}">
        <p14:creationId xmlns:p14="http://schemas.microsoft.com/office/powerpoint/2010/main" val="42732226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0E889-B6F7-AC91-A913-9265590F6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7188BA-0465-9509-6BA7-34880F235F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D80034-BDB4-4CA3-48B4-7486F69F2638}"/>
              </a:ext>
            </a:extLst>
          </p:cNvPr>
          <p:cNvSpPr>
            <a:spLocks noGrp="1"/>
          </p:cNvSpPr>
          <p:nvPr>
            <p:ph type="body" idx="1"/>
          </p:nvPr>
        </p:nvSpPr>
        <p:spPr/>
        <p:txBody>
          <a:bodyPr/>
          <a:lstStyle/>
          <a:p>
            <a:r>
              <a:rPr lang="en-US" dirty="0"/>
              <a:t>The system consists of three main components. First, an embedded Linux server running on the hardware platform acquires sensor data. Second, the server transmits the data through a TCP communication interface. Third, a graphical user interface on the client side visualizes the measurement data and allows configuration of sampling parameters.</a:t>
            </a:r>
          </a:p>
        </p:txBody>
      </p:sp>
      <p:sp>
        <p:nvSpPr>
          <p:cNvPr id="4" name="Slide Number Placeholder 3">
            <a:extLst>
              <a:ext uri="{FF2B5EF4-FFF2-40B4-BE49-F238E27FC236}">
                <a16:creationId xmlns:a16="http://schemas.microsoft.com/office/drawing/2014/main" id="{D4057092-15EE-436E-6B7A-74798B26A7AD}"/>
              </a:ext>
            </a:extLst>
          </p:cNvPr>
          <p:cNvSpPr>
            <a:spLocks noGrp="1"/>
          </p:cNvSpPr>
          <p:nvPr>
            <p:ph type="sldNum" sz="quarter" idx="5"/>
          </p:nvPr>
        </p:nvSpPr>
        <p:spPr/>
        <p:txBody>
          <a:bodyPr/>
          <a:lstStyle/>
          <a:p>
            <a:fld id="{2FE116A8-3D65-4C0F-AAD2-99995C1E2716}" type="slidenum">
              <a:rPr lang="de-DE" smtClean="0"/>
              <a:t>4</a:t>
            </a:fld>
            <a:endParaRPr lang="de-DE"/>
          </a:p>
        </p:txBody>
      </p:sp>
    </p:spTree>
    <p:extLst>
      <p:ext uri="{BB962C8B-B14F-4D97-AF65-F5344CB8AC3E}">
        <p14:creationId xmlns:p14="http://schemas.microsoft.com/office/powerpoint/2010/main" val="3381156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9E6E2-FE63-1A40-6AF4-7FB5DF8C33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0A79D8-CFE2-7200-5D63-1D96E40FE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32A946-DF2A-E9D8-D43A-9458E9E8660D}"/>
              </a:ext>
            </a:extLst>
          </p:cNvPr>
          <p:cNvSpPr>
            <a:spLocks noGrp="1"/>
          </p:cNvSpPr>
          <p:nvPr>
            <p:ph type="body" idx="1"/>
          </p:nvPr>
        </p:nvSpPr>
        <p:spPr/>
        <p:txBody>
          <a:bodyPr/>
          <a:lstStyle/>
          <a:p>
            <a:r>
              <a:rPr lang="en-US" dirty="0"/>
              <a:t>The hardware platform provides the physical interface to sensors and the processing environment for the server application. The embedded system collects measurement signals and forwards them to the Linux server software for further processing and transmission.</a:t>
            </a:r>
          </a:p>
        </p:txBody>
      </p:sp>
      <p:sp>
        <p:nvSpPr>
          <p:cNvPr id="4" name="Slide Number Placeholder 3">
            <a:extLst>
              <a:ext uri="{FF2B5EF4-FFF2-40B4-BE49-F238E27FC236}">
                <a16:creationId xmlns:a16="http://schemas.microsoft.com/office/drawing/2014/main" id="{6D072EA5-5872-17F5-F021-A265E687A3F5}"/>
              </a:ext>
            </a:extLst>
          </p:cNvPr>
          <p:cNvSpPr>
            <a:spLocks noGrp="1"/>
          </p:cNvSpPr>
          <p:nvPr>
            <p:ph type="sldNum" sz="quarter" idx="5"/>
          </p:nvPr>
        </p:nvSpPr>
        <p:spPr/>
        <p:txBody>
          <a:bodyPr/>
          <a:lstStyle/>
          <a:p>
            <a:fld id="{2FE116A8-3D65-4C0F-AAD2-99995C1E2716}" type="slidenum">
              <a:rPr lang="de-DE" smtClean="0"/>
              <a:t>5</a:t>
            </a:fld>
            <a:endParaRPr lang="de-DE"/>
          </a:p>
        </p:txBody>
      </p:sp>
    </p:spTree>
    <p:extLst>
      <p:ext uri="{BB962C8B-B14F-4D97-AF65-F5344CB8AC3E}">
        <p14:creationId xmlns:p14="http://schemas.microsoft.com/office/powerpoint/2010/main" val="2569526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D0A7-41D8-9D0F-9289-9A70956B77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9E489B-EA83-7F27-EBC1-95FBE5346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EEFA98-8C3E-0924-D722-015FE8506E57}"/>
              </a:ext>
            </a:extLst>
          </p:cNvPr>
          <p:cNvSpPr>
            <a:spLocks noGrp="1"/>
          </p:cNvSpPr>
          <p:nvPr>
            <p:ph type="body" idx="1"/>
          </p:nvPr>
        </p:nvSpPr>
        <p:spPr/>
        <p:txBody>
          <a:bodyPr/>
          <a:lstStyle/>
          <a:p>
            <a:r>
              <a:rPr lang="en-US" dirty="0"/>
              <a:t>The software architecture separates the system into acquisition, communication, and visualization layers. This modular design improves maintainability and ensures that sensor acquisition and network communication can operate independently.</a:t>
            </a:r>
          </a:p>
        </p:txBody>
      </p:sp>
      <p:sp>
        <p:nvSpPr>
          <p:cNvPr id="4" name="Slide Number Placeholder 3">
            <a:extLst>
              <a:ext uri="{FF2B5EF4-FFF2-40B4-BE49-F238E27FC236}">
                <a16:creationId xmlns:a16="http://schemas.microsoft.com/office/drawing/2014/main" id="{43F8AA8D-E362-3E78-C73E-7622B10EC367}"/>
              </a:ext>
            </a:extLst>
          </p:cNvPr>
          <p:cNvSpPr>
            <a:spLocks noGrp="1"/>
          </p:cNvSpPr>
          <p:nvPr>
            <p:ph type="sldNum" sz="quarter" idx="5"/>
          </p:nvPr>
        </p:nvSpPr>
        <p:spPr/>
        <p:txBody>
          <a:bodyPr/>
          <a:lstStyle/>
          <a:p>
            <a:fld id="{2FE116A8-3D65-4C0F-AAD2-99995C1E2716}" type="slidenum">
              <a:rPr lang="de-DE" smtClean="0"/>
              <a:t>6</a:t>
            </a:fld>
            <a:endParaRPr lang="de-DE"/>
          </a:p>
        </p:txBody>
      </p:sp>
    </p:spTree>
    <p:extLst>
      <p:ext uri="{BB962C8B-B14F-4D97-AF65-F5344CB8AC3E}">
        <p14:creationId xmlns:p14="http://schemas.microsoft.com/office/powerpoint/2010/main" val="25909101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 is implemented as a multithreaded application. The sensor thread continuously acquires measurement samples from sensors. The TCP thread handles communication with the client. Between these threads, a shared ring buffer is used to store measurement samples. This architecture allows deterministic acquisition while still supporting asynchronous network communication.</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7</a:t>
            </a:fld>
            <a:endParaRPr lang="de-DE"/>
          </a:p>
        </p:txBody>
      </p:sp>
    </p:spTree>
    <p:extLst>
      <p:ext uri="{BB962C8B-B14F-4D97-AF65-F5344CB8AC3E}">
        <p14:creationId xmlns:p14="http://schemas.microsoft.com/office/powerpoint/2010/main" val="4442704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Sensor acquisition is based on a periodic timing model. A base timing loop runs at one kilohertz, and individual sensors use configurable sampling divisors to derive lower sampling rates. Each measurement sample receives a timestamp generated from the Linux CLOCK_MONOTONIC timer. This approach ensures stable sampling frequencies while supporting sensors with different update rates.</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8</a:t>
            </a:fld>
            <a:endParaRPr lang="de-DE"/>
          </a:p>
        </p:txBody>
      </p:sp>
    </p:spTree>
    <p:extLst>
      <p:ext uri="{BB962C8B-B14F-4D97-AF65-F5344CB8AC3E}">
        <p14:creationId xmlns:p14="http://schemas.microsoft.com/office/powerpoint/2010/main" val="158483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8B6AE6-7A21-B397-B6D1-F9B7503C13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5C18B-2F59-AE10-D2C4-5CF0294B08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DC8A9D-83C8-DA1C-BD48-4F588BB925A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0323E27-7717-5A78-7A5A-EADF1A5F4646}"/>
              </a:ext>
            </a:extLst>
          </p:cNvPr>
          <p:cNvSpPr>
            <a:spLocks noGrp="1"/>
          </p:cNvSpPr>
          <p:nvPr>
            <p:ph type="sldNum" sz="quarter" idx="5"/>
          </p:nvPr>
        </p:nvSpPr>
        <p:spPr/>
        <p:txBody>
          <a:bodyPr/>
          <a:lstStyle/>
          <a:p>
            <a:fld id="{2FE116A8-3D65-4C0F-AAD2-99995C1E2716}" type="slidenum">
              <a:rPr lang="de-DE" smtClean="0"/>
              <a:t>9</a:t>
            </a:fld>
            <a:endParaRPr lang="de-DE"/>
          </a:p>
        </p:txBody>
      </p:sp>
    </p:spTree>
    <p:extLst>
      <p:ext uri="{BB962C8B-B14F-4D97-AF65-F5344CB8AC3E}">
        <p14:creationId xmlns:p14="http://schemas.microsoft.com/office/powerpoint/2010/main" val="2638836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Communication between the GUI client and the server follows a request–response model. The client sends a command requesting measurement data, and the server responds with a packet containing a sequence of samples. The sensor thread continuously fills the ring buffer while the TCP thread builds response packets from available samples.</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10</a:t>
            </a:fld>
            <a:endParaRPr lang="de-DE"/>
          </a:p>
        </p:txBody>
      </p:sp>
    </p:spTree>
    <p:extLst>
      <p:ext uri="{BB962C8B-B14F-4D97-AF65-F5344CB8AC3E}">
        <p14:creationId xmlns:p14="http://schemas.microsoft.com/office/powerpoint/2010/main" val="29692305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3B6C8-E0B7-C7BB-B198-33F4C1AA0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427047-7670-19D9-536D-8C90283183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013FAE-BA9E-724C-73F8-4BF613EEF55D}"/>
              </a:ext>
            </a:extLst>
          </p:cNvPr>
          <p:cNvSpPr>
            <a:spLocks noGrp="1"/>
          </p:cNvSpPr>
          <p:nvPr>
            <p:ph type="body" idx="1"/>
          </p:nvPr>
        </p:nvSpPr>
        <p:spPr/>
        <p:txBody>
          <a:bodyPr/>
          <a:lstStyle/>
          <a:p>
            <a:r>
              <a:rPr lang="en-US" dirty="0"/>
              <a:t>Measurement data is transmitted using compact binary packets. Each packet contains a sample count followed by a sequence of measurement samples, where each sample includes a timestamp, sensor identifier, and value. The payload size is optimized to remain within the Ethernet MTU, allowing each response to be transmitted in a single TCP segment without fragmentation.</a:t>
            </a:r>
          </a:p>
        </p:txBody>
      </p:sp>
      <p:sp>
        <p:nvSpPr>
          <p:cNvPr id="4" name="Slide Number Placeholder 3">
            <a:extLst>
              <a:ext uri="{FF2B5EF4-FFF2-40B4-BE49-F238E27FC236}">
                <a16:creationId xmlns:a16="http://schemas.microsoft.com/office/drawing/2014/main" id="{045F2DA6-3DD1-02F2-B5C4-5D03AEAD71D0}"/>
              </a:ext>
            </a:extLst>
          </p:cNvPr>
          <p:cNvSpPr>
            <a:spLocks noGrp="1"/>
          </p:cNvSpPr>
          <p:nvPr>
            <p:ph type="sldNum" sz="quarter" idx="5"/>
          </p:nvPr>
        </p:nvSpPr>
        <p:spPr/>
        <p:txBody>
          <a:bodyPr/>
          <a:lstStyle/>
          <a:p>
            <a:fld id="{2FE116A8-3D65-4C0F-AAD2-99995C1E2716}" type="slidenum">
              <a:rPr lang="de-DE" smtClean="0"/>
              <a:t>11</a:t>
            </a:fld>
            <a:endParaRPr lang="de-DE"/>
          </a:p>
        </p:txBody>
      </p:sp>
    </p:spTree>
    <p:extLst>
      <p:ext uri="{BB962C8B-B14F-4D97-AF65-F5344CB8AC3E}">
        <p14:creationId xmlns:p14="http://schemas.microsoft.com/office/powerpoint/2010/main" val="375352521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3F5692-07B4-0D43-8564-5CF95A943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FE129-499D-764D-17EA-C8CCF201D8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C86B6F-78EC-899B-2C9A-9C6C1FFBE572}"/>
              </a:ext>
            </a:extLst>
          </p:cNvPr>
          <p:cNvSpPr>
            <a:spLocks noGrp="1"/>
          </p:cNvSpPr>
          <p:nvPr>
            <p:ph type="body" idx="1"/>
          </p:nvPr>
        </p:nvSpPr>
        <p:spPr/>
        <p:txBody>
          <a:bodyPr/>
          <a:lstStyle/>
          <a:p>
            <a:r>
              <a:rPr lang="en-US" dirty="0"/>
              <a:t>A graphical user interface was developed to monitor the system in real time. The GUI communicates with the server over TCP and displays incoming measurement data using interactive plots. It also provides commands for controlling the server and configuring system parameters.</a:t>
            </a:r>
          </a:p>
        </p:txBody>
      </p:sp>
      <p:sp>
        <p:nvSpPr>
          <p:cNvPr id="4" name="Slide Number Placeholder 3">
            <a:extLst>
              <a:ext uri="{FF2B5EF4-FFF2-40B4-BE49-F238E27FC236}">
                <a16:creationId xmlns:a16="http://schemas.microsoft.com/office/drawing/2014/main" id="{3DC31E56-6732-5785-3C88-2F0DBB9812E2}"/>
              </a:ext>
            </a:extLst>
          </p:cNvPr>
          <p:cNvSpPr>
            <a:spLocks noGrp="1"/>
          </p:cNvSpPr>
          <p:nvPr>
            <p:ph type="sldNum" sz="quarter" idx="5"/>
          </p:nvPr>
        </p:nvSpPr>
        <p:spPr/>
        <p:txBody>
          <a:bodyPr/>
          <a:lstStyle/>
          <a:p>
            <a:fld id="{2FE116A8-3D65-4C0F-AAD2-99995C1E2716}" type="slidenum">
              <a:rPr lang="de-DE" smtClean="0"/>
              <a:t>12</a:t>
            </a:fld>
            <a:endParaRPr lang="de-DE"/>
          </a:p>
        </p:txBody>
      </p:sp>
    </p:spTree>
    <p:extLst>
      <p:ext uri="{BB962C8B-B14F-4D97-AF65-F5344CB8AC3E}">
        <p14:creationId xmlns:p14="http://schemas.microsoft.com/office/powerpoint/2010/main" val="322919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window displays sensor data in real time. Multiple sensor channels can be plotted simultaneously, and the latest measurement values are shown in the dashboard. A command console is also integrated for direct interaction with the server.</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13</a:t>
            </a:fld>
            <a:endParaRPr lang="de-DE"/>
          </a:p>
        </p:txBody>
      </p:sp>
    </p:spTree>
    <p:extLst>
      <p:ext uri="{BB962C8B-B14F-4D97-AF65-F5344CB8AC3E}">
        <p14:creationId xmlns:p14="http://schemas.microsoft.com/office/powerpoint/2010/main" val="6925417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 window allows configuration of system parameters. It includes options for connecting to the server, controlling data transmission, configuring sampling rates, and adjusting visualization settings such as the plot time window.</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14</a:t>
            </a:fld>
            <a:endParaRPr lang="de-DE"/>
          </a:p>
        </p:txBody>
      </p:sp>
    </p:spTree>
    <p:extLst>
      <p:ext uri="{BB962C8B-B14F-4D97-AF65-F5344CB8AC3E}">
        <p14:creationId xmlns:p14="http://schemas.microsoft.com/office/powerpoint/2010/main" val="12488883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 follows an event-driven execution model based on the GTK framework. User actions trigger signal callbacks that update the application state. Periodic communication with the server is handled by a </a:t>
            </a:r>
            <a:r>
              <a:rPr lang="en-US" dirty="0" err="1"/>
              <a:t>GLib</a:t>
            </a:r>
            <a:r>
              <a:rPr lang="en-US" dirty="0"/>
              <a:t> timeout function, which retrieves measurement samples and updates the visualization buffers.</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15</a:t>
            </a:fld>
            <a:endParaRPr lang="de-DE"/>
          </a:p>
        </p:txBody>
      </p:sp>
    </p:spTree>
    <p:extLst>
      <p:ext uri="{BB962C8B-B14F-4D97-AF65-F5344CB8AC3E}">
        <p14:creationId xmlns:p14="http://schemas.microsoft.com/office/powerpoint/2010/main" val="25014725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70A675-901F-CBFC-E466-0D7F12F4D6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5B35D1-290D-0B66-AA5C-C5902FAC20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D87665-6427-1F68-0EE8-1D6E5A0CFF37}"/>
              </a:ext>
            </a:extLst>
          </p:cNvPr>
          <p:cNvSpPr>
            <a:spLocks noGrp="1"/>
          </p:cNvSpPr>
          <p:nvPr>
            <p:ph type="body" idx="1"/>
          </p:nvPr>
        </p:nvSpPr>
        <p:spPr/>
        <p:txBody>
          <a:bodyPr/>
          <a:lstStyle/>
          <a:p>
            <a:r>
              <a:rPr lang="en-US" dirty="0"/>
              <a:t>Several validation tests were performed to verify the correct operation of the system. These tests confirmed stable sensor sampling, reliable TCP communication, correct decoding of measurement packets, and proper system behavior during start-up and shutdown.</a:t>
            </a:r>
          </a:p>
        </p:txBody>
      </p:sp>
      <p:sp>
        <p:nvSpPr>
          <p:cNvPr id="4" name="Slide Number Placeholder 3">
            <a:extLst>
              <a:ext uri="{FF2B5EF4-FFF2-40B4-BE49-F238E27FC236}">
                <a16:creationId xmlns:a16="http://schemas.microsoft.com/office/drawing/2014/main" id="{148B3B7A-8B02-9F2A-7944-3F0CBA00359A}"/>
              </a:ext>
            </a:extLst>
          </p:cNvPr>
          <p:cNvSpPr>
            <a:spLocks noGrp="1"/>
          </p:cNvSpPr>
          <p:nvPr>
            <p:ph type="sldNum" sz="quarter" idx="5"/>
          </p:nvPr>
        </p:nvSpPr>
        <p:spPr/>
        <p:txBody>
          <a:bodyPr/>
          <a:lstStyle/>
          <a:p>
            <a:fld id="{2FE116A8-3D65-4C0F-AAD2-99995C1E2716}" type="slidenum">
              <a:rPr lang="de-DE" smtClean="0"/>
              <a:t>16</a:t>
            </a:fld>
            <a:endParaRPr lang="de-DE"/>
          </a:p>
        </p:txBody>
      </p:sp>
    </p:spTree>
    <p:extLst>
      <p:ext uri="{BB962C8B-B14F-4D97-AF65-F5344CB8AC3E}">
        <p14:creationId xmlns:p14="http://schemas.microsoft.com/office/powerpoint/2010/main" val="3249387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6C04B-AF25-B1DA-546A-135E5CEAFB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BBCF45-DB64-20C0-3283-99A2F5042A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038413-17C4-863F-C4A2-0C272EE4CD3E}"/>
              </a:ext>
            </a:extLst>
          </p:cNvPr>
          <p:cNvSpPr>
            <a:spLocks noGrp="1"/>
          </p:cNvSpPr>
          <p:nvPr>
            <p:ph type="body" idx="1"/>
          </p:nvPr>
        </p:nvSpPr>
        <p:spPr/>
        <p:txBody>
          <a:bodyPr/>
          <a:lstStyle/>
          <a:p>
            <a:r>
              <a:rPr lang="en-US" dirty="0"/>
              <a:t>Experimental tests showed that the system acquires sensor data at the configured sampling rates and maintains stable timing behavior. TCP communication reliably transmitted measurement packets, and the GUI displayed the data continuously in real time.</a:t>
            </a:r>
          </a:p>
        </p:txBody>
      </p:sp>
      <p:sp>
        <p:nvSpPr>
          <p:cNvPr id="4" name="Slide Number Placeholder 3">
            <a:extLst>
              <a:ext uri="{FF2B5EF4-FFF2-40B4-BE49-F238E27FC236}">
                <a16:creationId xmlns:a16="http://schemas.microsoft.com/office/drawing/2014/main" id="{6E78CA03-0F4C-BBC9-2F98-5D66C0D976F1}"/>
              </a:ext>
            </a:extLst>
          </p:cNvPr>
          <p:cNvSpPr>
            <a:spLocks noGrp="1"/>
          </p:cNvSpPr>
          <p:nvPr>
            <p:ph type="sldNum" sz="quarter" idx="5"/>
          </p:nvPr>
        </p:nvSpPr>
        <p:spPr/>
        <p:txBody>
          <a:bodyPr/>
          <a:lstStyle/>
          <a:p>
            <a:fld id="{2FE116A8-3D65-4C0F-AAD2-99995C1E2716}" type="slidenum">
              <a:rPr lang="de-DE" smtClean="0"/>
              <a:t>17</a:t>
            </a:fld>
            <a:endParaRPr lang="de-DE"/>
          </a:p>
        </p:txBody>
      </p:sp>
    </p:spTree>
    <p:extLst>
      <p:ext uri="{BB962C8B-B14F-4D97-AF65-F5344CB8AC3E}">
        <p14:creationId xmlns:p14="http://schemas.microsoft.com/office/powerpoint/2010/main" val="5477044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EDF4C-D7E5-277F-345C-9271A59D6F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A97B75-D79D-E065-05C6-E9D272B9A5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6DA03-BBAB-90CB-011A-FE758A140B1F}"/>
              </a:ext>
            </a:extLst>
          </p:cNvPr>
          <p:cNvSpPr>
            <a:spLocks noGrp="1"/>
          </p:cNvSpPr>
          <p:nvPr>
            <p:ph type="body" idx="1"/>
          </p:nvPr>
        </p:nvSpPr>
        <p:spPr/>
        <p:txBody>
          <a:bodyPr/>
          <a:lstStyle/>
          <a:p>
            <a:r>
              <a:rPr lang="en-US" dirty="0"/>
              <a:t>The main contributions of this project include the design of an embedded Linux measurement server, the implementation of a multithreaded acquisition architecture, the development of a TCP communication protocol, and the creation of a GUI for real-time monitoring and control.</a:t>
            </a:r>
          </a:p>
        </p:txBody>
      </p:sp>
      <p:sp>
        <p:nvSpPr>
          <p:cNvPr id="4" name="Slide Number Placeholder 3">
            <a:extLst>
              <a:ext uri="{FF2B5EF4-FFF2-40B4-BE49-F238E27FC236}">
                <a16:creationId xmlns:a16="http://schemas.microsoft.com/office/drawing/2014/main" id="{43EC2DA4-F34D-7BE8-6D5C-37AE65357D83}"/>
              </a:ext>
            </a:extLst>
          </p:cNvPr>
          <p:cNvSpPr>
            <a:spLocks noGrp="1"/>
          </p:cNvSpPr>
          <p:nvPr>
            <p:ph type="sldNum" sz="quarter" idx="5"/>
          </p:nvPr>
        </p:nvSpPr>
        <p:spPr/>
        <p:txBody>
          <a:bodyPr/>
          <a:lstStyle/>
          <a:p>
            <a:fld id="{2FE116A8-3D65-4C0F-AAD2-99995C1E2716}" type="slidenum">
              <a:rPr lang="de-DE" smtClean="0"/>
              <a:t>18</a:t>
            </a:fld>
            <a:endParaRPr lang="de-DE"/>
          </a:p>
        </p:txBody>
      </p:sp>
    </p:spTree>
    <p:extLst>
      <p:ext uri="{BB962C8B-B14F-4D97-AF65-F5344CB8AC3E}">
        <p14:creationId xmlns:p14="http://schemas.microsoft.com/office/powerpoint/2010/main" val="251675297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60538E-E47D-8D20-383B-938F8234C2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37AE4-B88F-82B7-F6CD-BB92CCCEB6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2C5070-C07E-A7F6-5E32-387864BF5A09}"/>
              </a:ext>
            </a:extLst>
          </p:cNvPr>
          <p:cNvSpPr>
            <a:spLocks noGrp="1"/>
          </p:cNvSpPr>
          <p:nvPr>
            <p:ph type="body" idx="1"/>
          </p:nvPr>
        </p:nvSpPr>
        <p:spPr/>
        <p:txBody>
          <a:bodyPr/>
          <a:lstStyle/>
          <a:p>
            <a:r>
              <a:rPr lang="en-US" dirty="0"/>
              <a:t>In conclusion, the Measurement Network Gateway demonstrates a complete system for reliable sensor acquisition, network communication, and real-time visualization. Future work could extend the system by supporting additional sensor interfaces, enabling multiple client connections, and improving real-time performance through advanced scheduling or hardware acceleration.</a:t>
            </a:r>
          </a:p>
        </p:txBody>
      </p:sp>
      <p:sp>
        <p:nvSpPr>
          <p:cNvPr id="4" name="Slide Number Placeholder 3">
            <a:extLst>
              <a:ext uri="{FF2B5EF4-FFF2-40B4-BE49-F238E27FC236}">
                <a16:creationId xmlns:a16="http://schemas.microsoft.com/office/drawing/2014/main" id="{5374107D-99C9-9F74-0357-BAAE891A48F9}"/>
              </a:ext>
            </a:extLst>
          </p:cNvPr>
          <p:cNvSpPr>
            <a:spLocks noGrp="1"/>
          </p:cNvSpPr>
          <p:nvPr>
            <p:ph type="sldNum" sz="quarter" idx="5"/>
          </p:nvPr>
        </p:nvSpPr>
        <p:spPr/>
        <p:txBody>
          <a:bodyPr/>
          <a:lstStyle/>
          <a:p>
            <a:fld id="{2FE116A8-3D65-4C0F-AAD2-99995C1E2716}" type="slidenum">
              <a:rPr lang="de-DE" smtClean="0"/>
              <a:t>19</a:t>
            </a:fld>
            <a:endParaRPr lang="de-DE"/>
          </a:p>
        </p:txBody>
      </p:sp>
    </p:spTree>
    <p:extLst>
      <p:ext uri="{BB962C8B-B14F-4D97-AF65-F5344CB8AC3E}">
        <p14:creationId xmlns:p14="http://schemas.microsoft.com/office/powerpoint/2010/main" val="7633513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attention. I will be happy to answer your questions.</a:t>
            </a:r>
            <a:endParaRPr lang="de-DE" dirty="0"/>
          </a:p>
        </p:txBody>
      </p:sp>
      <p:sp>
        <p:nvSpPr>
          <p:cNvPr id="4" name="Slide Number Placeholder 3"/>
          <p:cNvSpPr>
            <a:spLocks noGrp="1"/>
          </p:cNvSpPr>
          <p:nvPr>
            <p:ph type="sldNum" sz="quarter" idx="5"/>
          </p:nvPr>
        </p:nvSpPr>
        <p:spPr/>
        <p:txBody>
          <a:bodyPr/>
          <a:lstStyle/>
          <a:p>
            <a:fld id="{2FE116A8-3D65-4C0F-AAD2-99995C1E2716}" type="slidenum">
              <a:rPr lang="de-DE" smtClean="0"/>
              <a:t>20</a:t>
            </a:fld>
            <a:endParaRPr lang="de-DE"/>
          </a:p>
        </p:txBody>
      </p:sp>
    </p:spTree>
    <p:extLst>
      <p:ext uri="{BB962C8B-B14F-4D97-AF65-F5344CB8AC3E}">
        <p14:creationId xmlns:p14="http://schemas.microsoft.com/office/powerpoint/2010/main" val="1603762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bit.ly/2TtBDfr" TargetMode="Externa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p:nvPr/>
        </p:nvSpPr>
        <p:spPr>
          <a:xfrm>
            <a:off x="0" y="723433"/>
            <a:ext cx="12192000" cy="54112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 name="Google Shape;10;p2"/>
          <p:cNvSpPr/>
          <p:nvPr/>
        </p:nvSpPr>
        <p:spPr>
          <a:xfrm>
            <a:off x="0" y="0"/>
            <a:ext cx="6096000" cy="790400"/>
          </a:xfrm>
          <a:prstGeom prst="rect">
            <a:avLst/>
          </a:prstGeom>
          <a:solidFill>
            <a:schemeClr val="dk1"/>
          </a:solidFill>
          <a:ln w="9525" cap="flat" cmpd="sng">
            <a:solidFill>
              <a:schemeClr val="dk1"/>
            </a:solidFill>
            <a:prstDash val="solid"/>
            <a:round/>
            <a:headEnd type="none" w="sm" len="sm"/>
            <a:tailEnd type="none" w="sm" len="sm"/>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 name="Google Shape;11;p2"/>
          <p:cNvSpPr txBox="1">
            <a:spLocks noGrp="1"/>
          </p:cNvSpPr>
          <p:nvPr>
            <p:ph type="ctrTitle"/>
          </p:nvPr>
        </p:nvSpPr>
        <p:spPr>
          <a:xfrm>
            <a:off x="1884700" y="1525667"/>
            <a:ext cx="7718400" cy="690000"/>
          </a:xfrm>
          <a:prstGeom prst="rect">
            <a:avLst/>
          </a:prstGeom>
        </p:spPr>
        <p:txBody>
          <a:bodyPr spcFirstLastPara="1" wrap="square" lIns="91425" tIns="91425" rIns="91425" bIns="91425" anchor="ctr" anchorCtr="0">
            <a:noAutofit/>
          </a:bodyPr>
          <a:lstStyle>
            <a:lvl1pPr lvl="0">
              <a:spcBef>
                <a:spcPts val="0"/>
              </a:spcBef>
              <a:spcAft>
                <a:spcPts val="0"/>
              </a:spcAft>
              <a:buSzPts val="5200"/>
              <a:buNone/>
              <a:defRPr sz="4000"/>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r>
              <a:rPr lang="en-US"/>
              <a:t>Click to edit Master title style</a:t>
            </a:r>
            <a:endParaRPr/>
          </a:p>
        </p:txBody>
      </p:sp>
      <p:sp>
        <p:nvSpPr>
          <p:cNvPr id="12" name="Google Shape;12;p2"/>
          <p:cNvSpPr txBox="1">
            <a:spLocks noGrp="1"/>
          </p:cNvSpPr>
          <p:nvPr>
            <p:ph type="subTitle" idx="1"/>
          </p:nvPr>
        </p:nvSpPr>
        <p:spPr>
          <a:xfrm>
            <a:off x="2974700" y="3687067"/>
            <a:ext cx="8270400" cy="6144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800"/>
              <a:buNone/>
              <a:defRPr sz="2400">
                <a:solidFill>
                  <a:schemeClr val="accent3"/>
                </a:solidFill>
              </a:defRPr>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r>
              <a:rPr lang="en-US"/>
              <a:t>Click to edit Master subtitle style</a:t>
            </a:r>
            <a:endParaRPr/>
          </a:p>
        </p:txBody>
      </p:sp>
      <p:sp>
        <p:nvSpPr>
          <p:cNvPr id="13" name="Google Shape;13;p2"/>
          <p:cNvSpPr txBox="1">
            <a:spLocks noGrp="1"/>
          </p:cNvSpPr>
          <p:nvPr>
            <p:ph type="subTitle" idx="2"/>
          </p:nvPr>
        </p:nvSpPr>
        <p:spPr>
          <a:xfrm>
            <a:off x="2384967" y="2349067"/>
            <a:ext cx="7718400" cy="6144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sz="4000"/>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14" name="Google Shape;14;p2"/>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15" name="Google Shape;15;p2"/>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16" name="Google Shape;16;p2"/>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17" name="Google Shape;17;p2"/>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18" name="Google Shape;18;p2"/>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19" name="Google Shape;19;p2"/>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20" name="Google Shape;20;p2"/>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21" name="Google Shape;21;p2"/>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22" name="Google Shape;22;p2"/>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23" name="Google Shape;23;p2"/>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24" name="Google Shape;24;p2"/>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25" name="Google Shape;25;p2"/>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26" name="Google Shape;26;p2"/>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27" name="Google Shape;27;p2"/>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41050639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8"/>
        <p:cNvGrpSpPr/>
        <p:nvPr/>
      </p:nvGrpSpPr>
      <p:grpSpPr>
        <a:xfrm>
          <a:off x="0" y="0"/>
          <a:ext cx="0" cy="0"/>
          <a:chOff x="0" y="0"/>
          <a:chExt cx="0" cy="0"/>
        </a:xfrm>
      </p:grpSpPr>
      <p:sp>
        <p:nvSpPr>
          <p:cNvPr id="29" name="Google Shape;29;p3"/>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 name="Google Shape;30;p3"/>
          <p:cNvSpPr/>
          <p:nvPr/>
        </p:nvSpPr>
        <p:spPr>
          <a:xfrm>
            <a:off x="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3"/>
          <p:cNvSpPr txBox="1">
            <a:spLocks noGrp="1"/>
          </p:cNvSpPr>
          <p:nvPr>
            <p:ph type="title" hasCustomPrompt="1"/>
          </p:nvPr>
        </p:nvSpPr>
        <p:spPr>
          <a:xfrm flipH="1">
            <a:off x="2739551" y="782633"/>
            <a:ext cx="2456400" cy="1472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sz="13333"/>
            </a:lvl1pPr>
            <a:lvl2pPr lvl="1" algn="r" rtl="0">
              <a:spcBef>
                <a:spcPts val="0"/>
              </a:spcBef>
              <a:spcAft>
                <a:spcPts val="0"/>
              </a:spcAft>
              <a:buClr>
                <a:schemeClr val="dk1"/>
              </a:buClr>
              <a:buSzPts val="2500"/>
              <a:buNone/>
              <a:defRPr sz="3333">
                <a:solidFill>
                  <a:schemeClr val="dk1"/>
                </a:solidFill>
              </a:defRPr>
            </a:lvl2pPr>
            <a:lvl3pPr lvl="2" algn="r" rtl="0">
              <a:spcBef>
                <a:spcPts val="0"/>
              </a:spcBef>
              <a:spcAft>
                <a:spcPts val="0"/>
              </a:spcAft>
              <a:buClr>
                <a:schemeClr val="dk1"/>
              </a:buClr>
              <a:buSzPts val="2500"/>
              <a:buNone/>
              <a:defRPr sz="3333">
                <a:solidFill>
                  <a:schemeClr val="dk1"/>
                </a:solidFill>
              </a:defRPr>
            </a:lvl3pPr>
            <a:lvl4pPr lvl="3" algn="r" rtl="0">
              <a:spcBef>
                <a:spcPts val="0"/>
              </a:spcBef>
              <a:spcAft>
                <a:spcPts val="0"/>
              </a:spcAft>
              <a:buClr>
                <a:schemeClr val="dk1"/>
              </a:buClr>
              <a:buSzPts val="2500"/>
              <a:buNone/>
              <a:defRPr sz="3333">
                <a:solidFill>
                  <a:schemeClr val="dk1"/>
                </a:solidFill>
              </a:defRPr>
            </a:lvl4pPr>
            <a:lvl5pPr lvl="4" algn="r" rtl="0">
              <a:spcBef>
                <a:spcPts val="0"/>
              </a:spcBef>
              <a:spcAft>
                <a:spcPts val="0"/>
              </a:spcAft>
              <a:buClr>
                <a:schemeClr val="dk1"/>
              </a:buClr>
              <a:buSzPts val="2500"/>
              <a:buNone/>
              <a:defRPr sz="3333">
                <a:solidFill>
                  <a:schemeClr val="dk1"/>
                </a:solidFill>
              </a:defRPr>
            </a:lvl5pPr>
            <a:lvl6pPr lvl="5" algn="r" rtl="0">
              <a:spcBef>
                <a:spcPts val="0"/>
              </a:spcBef>
              <a:spcAft>
                <a:spcPts val="0"/>
              </a:spcAft>
              <a:buClr>
                <a:schemeClr val="dk1"/>
              </a:buClr>
              <a:buSzPts val="2500"/>
              <a:buNone/>
              <a:defRPr sz="3333">
                <a:solidFill>
                  <a:schemeClr val="dk1"/>
                </a:solidFill>
              </a:defRPr>
            </a:lvl6pPr>
            <a:lvl7pPr lvl="6" algn="r" rtl="0">
              <a:spcBef>
                <a:spcPts val="0"/>
              </a:spcBef>
              <a:spcAft>
                <a:spcPts val="0"/>
              </a:spcAft>
              <a:buClr>
                <a:schemeClr val="dk1"/>
              </a:buClr>
              <a:buSzPts val="2500"/>
              <a:buNone/>
              <a:defRPr sz="3333">
                <a:solidFill>
                  <a:schemeClr val="dk1"/>
                </a:solidFill>
              </a:defRPr>
            </a:lvl7pPr>
            <a:lvl8pPr lvl="7" algn="r" rtl="0">
              <a:spcBef>
                <a:spcPts val="0"/>
              </a:spcBef>
              <a:spcAft>
                <a:spcPts val="0"/>
              </a:spcAft>
              <a:buClr>
                <a:schemeClr val="dk1"/>
              </a:buClr>
              <a:buSzPts val="2500"/>
              <a:buNone/>
              <a:defRPr sz="3333">
                <a:solidFill>
                  <a:schemeClr val="dk1"/>
                </a:solidFill>
              </a:defRPr>
            </a:lvl8pPr>
            <a:lvl9pPr lvl="8" algn="r" rtl="0">
              <a:spcBef>
                <a:spcPts val="0"/>
              </a:spcBef>
              <a:spcAft>
                <a:spcPts val="0"/>
              </a:spcAft>
              <a:buClr>
                <a:schemeClr val="dk1"/>
              </a:buClr>
              <a:buSzPts val="2500"/>
              <a:buNone/>
              <a:defRPr sz="3333">
                <a:solidFill>
                  <a:schemeClr val="dk1"/>
                </a:solidFill>
              </a:defRPr>
            </a:lvl9pPr>
          </a:lstStyle>
          <a:p>
            <a:r>
              <a:t>xx%</a:t>
            </a:r>
          </a:p>
        </p:txBody>
      </p:sp>
      <p:sp>
        <p:nvSpPr>
          <p:cNvPr id="32" name="Google Shape;32;p3"/>
          <p:cNvSpPr txBox="1">
            <a:spLocks noGrp="1"/>
          </p:cNvSpPr>
          <p:nvPr>
            <p:ph type="title" idx="2"/>
          </p:nvPr>
        </p:nvSpPr>
        <p:spPr>
          <a:xfrm>
            <a:off x="3474384" y="2462164"/>
            <a:ext cx="7169600" cy="7140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4000">
                <a:solidFill>
                  <a:schemeClr val="dk2"/>
                </a:solidFill>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33" name="Google Shape;33;p3"/>
          <p:cNvSpPr txBox="1">
            <a:spLocks noGrp="1"/>
          </p:cNvSpPr>
          <p:nvPr>
            <p:ph type="subTitle" idx="1"/>
          </p:nvPr>
        </p:nvSpPr>
        <p:spPr>
          <a:xfrm>
            <a:off x="4051151" y="3264167"/>
            <a:ext cx="5281200" cy="1044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400">
                <a:solidFill>
                  <a:schemeClr val="accent3"/>
                </a:solidFill>
              </a:defRPr>
            </a:lvl1pPr>
            <a:lvl2pPr lvl="1" algn="r" rtl="0">
              <a:spcBef>
                <a:spcPts val="0"/>
              </a:spcBef>
              <a:spcAft>
                <a:spcPts val="0"/>
              </a:spcAft>
              <a:buSzPts val="1400"/>
              <a:buNone/>
              <a:defRPr/>
            </a:lvl2pPr>
            <a:lvl3pPr lvl="2" algn="r" rtl="0">
              <a:spcBef>
                <a:spcPts val="0"/>
              </a:spcBef>
              <a:spcAft>
                <a:spcPts val="0"/>
              </a:spcAft>
              <a:buSzPts val="1400"/>
              <a:buNone/>
              <a:defRPr/>
            </a:lvl3pPr>
            <a:lvl4pPr lvl="3" algn="r" rtl="0">
              <a:spcBef>
                <a:spcPts val="0"/>
              </a:spcBef>
              <a:spcAft>
                <a:spcPts val="0"/>
              </a:spcAft>
              <a:buSzPts val="1400"/>
              <a:buNone/>
              <a:defRPr/>
            </a:lvl4pPr>
            <a:lvl5pPr lvl="4" algn="r" rtl="0">
              <a:spcBef>
                <a:spcPts val="0"/>
              </a:spcBef>
              <a:spcAft>
                <a:spcPts val="0"/>
              </a:spcAft>
              <a:buSzPts val="1400"/>
              <a:buNone/>
              <a:defRPr/>
            </a:lvl5pPr>
            <a:lvl6pPr lvl="5" algn="r" rtl="0">
              <a:spcBef>
                <a:spcPts val="0"/>
              </a:spcBef>
              <a:spcAft>
                <a:spcPts val="0"/>
              </a:spcAft>
              <a:buSzPts val="1400"/>
              <a:buNone/>
              <a:defRPr/>
            </a:lvl6pPr>
            <a:lvl7pPr lvl="6" algn="r" rtl="0">
              <a:spcBef>
                <a:spcPts val="0"/>
              </a:spcBef>
              <a:spcAft>
                <a:spcPts val="0"/>
              </a:spcAft>
              <a:buSzPts val="1400"/>
              <a:buNone/>
              <a:defRPr/>
            </a:lvl7pPr>
            <a:lvl8pPr lvl="7" algn="r" rtl="0">
              <a:spcBef>
                <a:spcPts val="0"/>
              </a:spcBef>
              <a:spcAft>
                <a:spcPts val="0"/>
              </a:spcAft>
              <a:buSzPts val="1400"/>
              <a:buNone/>
              <a:defRPr/>
            </a:lvl8pPr>
            <a:lvl9pPr lvl="8" algn="r" rtl="0">
              <a:spcBef>
                <a:spcPts val="0"/>
              </a:spcBef>
              <a:spcAft>
                <a:spcPts val="0"/>
              </a:spcAft>
              <a:buSzPts val="1400"/>
              <a:buNone/>
              <a:defRPr/>
            </a:lvl9pPr>
          </a:lstStyle>
          <a:p>
            <a:r>
              <a:rPr lang="en-US"/>
              <a:t>Click to edit Master subtitle style</a:t>
            </a:r>
            <a:endParaRPr/>
          </a:p>
        </p:txBody>
      </p:sp>
      <p:sp>
        <p:nvSpPr>
          <p:cNvPr id="34" name="Google Shape;34;p3"/>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35" name="Google Shape;35;p3"/>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36" name="Google Shape;36;p3"/>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37" name="Google Shape;37;p3"/>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38" name="Google Shape;38;p3"/>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39" name="Google Shape;39;p3"/>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40" name="Google Shape;40;p3"/>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41" name="Google Shape;41;p3"/>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42" name="Google Shape;42;p3"/>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43" name="Google Shape;43;p3"/>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44" name="Google Shape;44;p3"/>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45" name="Google Shape;45;p3"/>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46" name="Google Shape;46;p3"/>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47" name="Google Shape;47;p3"/>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23657818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8"/>
        <p:cNvGrpSpPr/>
        <p:nvPr/>
      </p:nvGrpSpPr>
      <p:grpSpPr>
        <a:xfrm>
          <a:off x="0" y="0"/>
          <a:ext cx="0" cy="0"/>
          <a:chOff x="0" y="0"/>
          <a:chExt cx="0" cy="0"/>
        </a:xfrm>
      </p:grpSpPr>
      <p:sp>
        <p:nvSpPr>
          <p:cNvPr id="49" name="Google Shape;49;p4"/>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0" name="Google Shape;50;p4"/>
          <p:cNvSpPr/>
          <p:nvPr/>
        </p:nvSpPr>
        <p:spPr>
          <a:xfrm>
            <a:off x="609600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51" name="Google Shape;51;p4"/>
          <p:cNvSpPr txBox="1">
            <a:spLocks noGrp="1"/>
          </p:cNvSpPr>
          <p:nvPr>
            <p:ph type="title"/>
          </p:nvPr>
        </p:nvSpPr>
        <p:spPr>
          <a:xfrm>
            <a:off x="1524333" y="776933"/>
            <a:ext cx="9720800" cy="721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r>
              <a:rPr lang="en-US"/>
              <a:t>Click to edit Master title style</a:t>
            </a:r>
            <a:endParaRPr/>
          </a:p>
        </p:txBody>
      </p:sp>
      <p:sp>
        <p:nvSpPr>
          <p:cNvPr id="52" name="Google Shape;52;p4"/>
          <p:cNvSpPr txBox="1">
            <a:spLocks noGrp="1"/>
          </p:cNvSpPr>
          <p:nvPr>
            <p:ph type="body" idx="1"/>
          </p:nvPr>
        </p:nvSpPr>
        <p:spPr>
          <a:xfrm>
            <a:off x="1952333" y="1417567"/>
            <a:ext cx="9292800" cy="4555200"/>
          </a:xfrm>
          <a:prstGeom prst="rect">
            <a:avLst/>
          </a:prstGeom>
        </p:spPr>
        <p:txBody>
          <a:bodyPr spcFirstLastPara="1" wrap="square" lIns="91425" tIns="91425" rIns="91425" bIns="91425" anchor="ctr" anchorCtr="0">
            <a:noAutofit/>
          </a:bodyPr>
          <a:lstStyle>
            <a:lvl1pPr marL="609585" lvl="0" indent="-423323">
              <a:spcBef>
                <a:spcPts val="0"/>
              </a:spcBef>
              <a:spcAft>
                <a:spcPts val="0"/>
              </a:spcAft>
              <a:buSzPts val="1400"/>
              <a:buChar char="∗"/>
              <a:defRPr sz="1333"/>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t>Click to edit Master text styles</a:t>
            </a:r>
          </a:p>
        </p:txBody>
      </p:sp>
      <p:sp>
        <p:nvSpPr>
          <p:cNvPr id="53" name="Google Shape;53;p4"/>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54" name="Google Shape;54;p4"/>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55" name="Google Shape;55;p4"/>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56" name="Google Shape;56;p4"/>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57" name="Google Shape;57;p4"/>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58" name="Google Shape;58;p4"/>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59" name="Google Shape;59;p4"/>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60" name="Google Shape;60;p4"/>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61" name="Google Shape;61;p4"/>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62" name="Google Shape;62;p4"/>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63" name="Google Shape;63;p4"/>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64" name="Google Shape;64;p4"/>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65" name="Google Shape;65;p4"/>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66" name="Google Shape;66;p4"/>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26291224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7"/>
        <p:cNvGrpSpPr/>
        <p:nvPr/>
      </p:nvGrpSpPr>
      <p:grpSpPr>
        <a:xfrm>
          <a:off x="0" y="0"/>
          <a:ext cx="0" cy="0"/>
          <a:chOff x="0" y="0"/>
          <a:chExt cx="0" cy="0"/>
        </a:xfrm>
      </p:grpSpPr>
      <p:sp>
        <p:nvSpPr>
          <p:cNvPr id="68" name="Google Shape;68;p5"/>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9" name="Google Shape;69;p5"/>
          <p:cNvSpPr/>
          <p:nvPr/>
        </p:nvSpPr>
        <p:spPr>
          <a:xfrm>
            <a:off x="609600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 name="Google Shape;70;p5"/>
          <p:cNvSpPr txBox="1">
            <a:spLocks noGrp="1"/>
          </p:cNvSpPr>
          <p:nvPr>
            <p:ph type="subTitle" idx="1"/>
          </p:nvPr>
        </p:nvSpPr>
        <p:spPr>
          <a:xfrm>
            <a:off x="2986867" y="4191103"/>
            <a:ext cx="6850000" cy="10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71" name="Google Shape;71;p5"/>
          <p:cNvSpPr txBox="1">
            <a:spLocks noGrp="1"/>
          </p:cNvSpPr>
          <p:nvPr>
            <p:ph type="subTitle" idx="2"/>
          </p:nvPr>
        </p:nvSpPr>
        <p:spPr>
          <a:xfrm>
            <a:off x="2986867" y="1535920"/>
            <a:ext cx="6850000" cy="104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72" name="Google Shape;72;p5"/>
          <p:cNvSpPr txBox="1">
            <a:spLocks noGrp="1"/>
          </p:cNvSpPr>
          <p:nvPr>
            <p:ph type="subTitle" idx="3"/>
          </p:nvPr>
        </p:nvSpPr>
        <p:spPr>
          <a:xfrm>
            <a:off x="1524333" y="3483500"/>
            <a:ext cx="5409600" cy="707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3733"/>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73" name="Google Shape;73;p5"/>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74" name="Google Shape;74;p5"/>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75" name="Google Shape;75;p5"/>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76" name="Google Shape;76;p5"/>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77" name="Google Shape;77;p5"/>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78" name="Google Shape;78;p5"/>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79" name="Google Shape;79;p5"/>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80" name="Google Shape;80;p5"/>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81" name="Google Shape;81;p5"/>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82" name="Google Shape;82;p5"/>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83" name="Google Shape;83;p5"/>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84" name="Google Shape;84;p5"/>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85" name="Google Shape;85;p5"/>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86" name="Google Shape;86;p5"/>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87" name="Google Shape;87;p5"/>
          <p:cNvSpPr txBox="1">
            <a:spLocks noGrp="1"/>
          </p:cNvSpPr>
          <p:nvPr>
            <p:ph type="title"/>
          </p:nvPr>
        </p:nvSpPr>
        <p:spPr>
          <a:xfrm>
            <a:off x="1524333" y="828320"/>
            <a:ext cx="5409600" cy="707600"/>
          </a:xfrm>
          <a:prstGeom prst="rect">
            <a:avLst/>
          </a:prstGeom>
        </p:spPr>
        <p:txBody>
          <a:bodyPr spcFirstLastPara="1" wrap="square" lIns="91425" tIns="91425" rIns="91425" bIns="91425" anchor="ctr"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856060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88"/>
        <p:cNvGrpSpPr/>
        <p:nvPr/>
      </p:nvGrpSpPr>
      <p:grpSpPr>
        <a:xfrm>
          <a:off x="0" y="0"/>
          <a:ext cx="0" cy="0"/>
          <a:chOff x="0" y="0"/>
          <a:chExt cx="0" cy="0"/>
        </a:xfrm>
      </p:grpSpPr>
      <p:sp>
        <p:nvSpPr>
          <p:cNvPr id="89" name="Google Shape;89;p6"/>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0" name="Google Shape;90;p6"/>
          <p:cNvSpPr/>
          <p:nvPr/>
        </p:nvSpPr>
        <p:spPr>
          <a:xfrm>
            <a:off x="609600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1" name="Google Shape;91;p6"/>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92" name="Google Shape;92;p6"/>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93" name="Google Shape;93;p6"/>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94" name="Google Shape;94;p6"/>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95" name="Google Shape;95;p6"/>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96" name="Google Shape;96;p6"/>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97" name="Google Shape;97;p6"/>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98" name="Google Shape;98;p6"/>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99" name="Google Shape;99;p6"/>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100" name="Google Shape;100;p6"/>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101" name="Google Shape;101;p6"/>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102" name="Google Shape;102;p6"/>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103" name="Google Shape;103;p6"/>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104" name="Google Shape;104;p6"/>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105" name="Google Shape;105;p6"/>
          <p:cNvSpPr txBox="1">
            <a:spLocks noGrp="1"/>
          </p:cNvSpPr>
          <p:nvPr>
            <p:ph type="title"/>
          </p:nvPr>
        </p:nvSpPr>
        <p:spPr>
          <a:xfrm>
            <a:off x="1524333" y="776933"/>
            <a:ext cx="9720800" cy="721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8777808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06"/>
        <p:cNvGrpSpPr/>
        <p:nvPr/>
      </p:nvGrpSpPr>
      <p:grpSpPr>
        <a:xfrm>
          <a:off x="0" y="0"/>
          <a:ext cx="0" cy="0"/>
          <a:chOff x="0" y="0"/>
          <a:chExt cx="0" cy="0"/>
        </a:xfrm>
      </p:grpSpPr>
      <p:sp>
        <p:nvSpPr>
          <p:cNvPr id="107" name="Google Shape;107;p7"/>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8" name="Google Shape;108;p7"/>
          <p:cNvSpPr/>
          <p:nvPr/>
        </p:nvSpPr>
        <p:spPr>
          <a:xfrm>
            <a:off x="609600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 name="Google Shape;109;p7"/>
          <p:cNvSpPr txBox="1">
            <a:spLocks noGrp="1"/>
          </p:cNvSpPr>
          <p:nvPr>
            <p:ph type="subTitle" idx="1"/>
          </p:nvPr>
        </p:nvSpPr>
        <p:spPr>
          <a:xfrm>
            <a:off x="2232667" y="3648733"/>
            <a:ext cx="4836800" cy="1356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600"/>
              <a:buNone/>
              <a:defRPr>
                <a:solidFill>
                  <a:schemeClr val="accent3"/>
                </a:solidFill>
              </a:defRPr>
            </a:lvl1pPr>
            <a:lvl2pPr lvl="1" rtl="0">
              <a:spcBef>
                <a:spcPts val="0"/>
              </a:spcBef>
              <a:spcAft>
                <a:spcPts val="0"/>
              </a:spcAft>
              <a:buClr>
                <a:schemeClr val="dk1"/>
              </a:buClr>
              <a:buSzPts val="1600"/>
              <a:buNone/>
              <a:defRPr sz="2133">
                <a:solidFill>
                  <a:schemeClr val="dk1"/>
                </a:solidFill>
              </a:defRPr>
            </a:lvl2pPr>
            <a:lvl3pPr lvl="2" rtl="0">
              <a:spcBef>
                <a:spcPts val="0"/>
              </a:spcBef>
              <a:spcAft>
                <a:spcPts val="0"/>
              </a:spcAft>
              <a:buClr>
                <a:schemeClr val="dk1"/>
              </a:buClr>
              <a:buSzPts val="1600"/>
              <a:buNone/>
              <a:defRPr sz="2133">
                <a:solidFill>
                  <a:schemeClr val="dk1"/>
                </a:solidFill>
              </a:defRPr>
            </a:lvl3pPr>
            <a:lvl4pPr lvl="3" rtl="0">
              <a:spcBef>
                <a:spcPts val="0"/>
              </a:spcBef>
              <a:spcAft>
                <a:spcPts val="0"/>
              </a:spcAft>
              <a:buClr>
                <a:schemeClr val="dk1"/>
              </a:buClr>
              <a:buSzPts val="1600"/>
              <a:buNone/>
              <a:defRPr sz="2133">
                <a:solidFill>
                  <a:schemeClr val="dk1"/>
                </a:solidFill>
              </a:defRPr>
            </a:lvl4pPr>
            <a:lvl5pPr lvl="4" rtl="0">
              <a:spcBef>
                <a:spcPts val="0"/>
              </a:spcBef>
              <a:spcAft>
                <a:spcPts val="0"/>
              </a:spcAft>
              <a:buClr>
                <a:schemeClr val="dk1"/>
              </a:buClr>
              <a:buSzPts val="1600"/>
              <a:buNone/>
              <a:defRPr sz="2133">
                <a:solidFill>
                  <a:schemeClr val="dk1"/>
                </a:solidFill>
              </a:defRPr>
            </a:lvl5pPr>
            <a:lvl6pPr lvl="5" rtl="0">
              <a:spcBef>
                <a:spcPts val="0"/>
              </a:spcBef>
              <a:spcAft>
                <a:spcPts val="0"/>
              </a:spcAft>
              <a:buClr>
                <a:schemeClr val="dk1"/>
              </a:buClr>
              <a:buSzPts val="1600"/>
              <a:buNone/>
              <a:defRPr sz="2133">
                <a:solidFill>
                  <a:schemeClr val="dk1"/>
                </a:solidFill>
              </a:defRPr>
            </a:lvl6pPr>
            <a:lvl7pPr lvl="6" rtl="0">
              <a:spcBef>
                <a:spcPts val="0"/>
              </a:spcBef>
              <a:spcAft>
                <a:spcPts val="0"/>
              </a:spcAft>
              <a:buClr>
                <a:schemeClr val="dk1"/>
              </a:buClr>
              <a:buSzPts val="1600"/>
              <a:buNone/>
              <a:defRPr sz="2133">
                <a:solidFill>
                  <a:schemeClr val="dk1"/>
                </a:solidFill>
              </a:defRPr>
            </a:lvl7pPr>
            <a:lvl8pPr lvl="7" rtl="0">
              <a:spcBef>
                <a:spcPts val="0"/>
              </a:spcBef>
              <a:spcAft>
                <a:spcPts val="0"/>
              </a:spcAft>
              <a:buClr>
                <a:schemeClr val="dk1"/>
              </a:buClr>
              <a:buSzPts val="1600"/>
              <a:buNone/>
              <a:defRPr sz="2133">
                <a:solidFill>
                  <a:schemeClr val="dk1"/>
                </a:solidFill>
              </a:defRPr>
            </a:lvl8pPr>
            <a:lvl9pPr lvl="8" rtl="0">
              <a:spcBef>
                <a:spcPts val="0"/>
              </a:spcBef>
              <a:spcAft>
                <a:spcPts val="0"/>
              </a:spcAft>
              <a:buClr>
                <a:schemeClr val="dk1"/>
              </a:buClr>
              <a:buSzPts val="1600"/>
              <a:buNone/>
              <a:defRPr sz="2133">
                <a:solidFill>
                  <a:schemeClr val="dk1"/>
                </a:solidFill>
              </a:defRPr>
            </a:lvl9pPr>
          </a:lstStyle>
          <a:p>
            <a:r>
              <a:rPr lang="en-US"/>
              <a:t>Click to edit Master subtitle style</a:t>
            </a:r>
            <a:endParaRPr/>
          </a:p>
        </p:txBody>
      </p:sp>
      <p:sp>
        <p:nvSpPr>
          <p:cNvPr id="110" name="Google Shape;110;p7"/>
          <p:cNvSpPr txBox="1">
            <a:spLocks noGrp="1"/>
          </p:cNvSpPr>
          <p:nvPr>
            <p:ph type="title"/>
          </p:nvPr>
        </p:nvSpPr>
        <p:spPr>
          <a:xfrm>
            <a:off x="1539033" y="1516933"/>
            <a:ext cx="5293200" cy="1898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800"/>
              <a:buNone/>
              <a:defRPr>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111" name="Google Shape;111;p7"/>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112" name="Google Shape;112;p7"/>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113" name="Google Shape;113;p7"/>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114" name="Google Shape;114;p7"/>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115" name="Google Shape;115;p7"/>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116" name="Google Shape;116;p7"/>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117" name="Google Shape;117;p7"/>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118" name="Google Shape;118;p7"/>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119" name="Google Shape;119;p7"/>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120" name="Google Shape;120;p7"/>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121" name="Google Shape;121;p7"/>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122" name="Google Shape;122;p7"/>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123" name="Google Shape;123;p7"/>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124" name="Google Shape;124;p7"/>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3751208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25"/>
        <p:cNvGrpSpPr/>
        <p:nvPr/>
      </p:nvGrpSpPr>
      <p:grpSpPr>
        <a:xfrm>
          <a:off x="0" y="0"/>
          <a:ext cx="0" cy="0"/>
          <a:chOff x="0" y="0"/>
          <a:chExt cx="0" cy="0"/>
        </a:xfrm>
      </p:grpSpPr>
      <p:sp>
        <p:nvSpPr>
          <p:cNvPr id="126" name="Google Shape;126;p8"/>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7" name="Google Shape;127;p8"/>
          <p:cNvSpPr/>
          <p:nvPr/>
        </p:nvSpPr>
        <p:spPr>
          <a:xfrm>
            <a:off x="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 name="Google Shape;128;p8"/>
          <p:cNvSpPr txBox="1">
            <a:spLocks noGrp="1"/>
          </p:cNvSpPr>
          <p:nvPr>
            <p:ph type="title"/>
          </p:nvPr>
        </p:nvSpPr>
        <p:spPr>
          <a:xfrm>
            <a:off x="3564467" y="1592200"/>
            <a:ext cx="5708400" cy="21676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r>
              <a:rPr lang="en-US"/>
              <a:t>Click to edit Master title style</a:t>
            </a:r>
            <a:endParaRPr/>
          </a:p>
        </p:txBody>
      </p:sp>
      <p:sp>
        <p:nvSpPr>
          <p:cNvPr id="129" name="Google Shape;129;p8"/>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130" name="Google Shape;130;p8"/>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131" name="Google Shape;131;p8"/>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132" name="Google Shape;132;p8"/>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133" name="Google Shape;133;p8"/>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134" name="Google Shape;134;p8"/>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135" name="Google Shape;135;p8"/>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136" name="Google Shape;136;p8"/>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137" name="Google Shape;137;p8"/>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138" name="Google Shape;138;p8"/>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139" name="Google Shape;139;p8"/>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140" name="Google Shape;140;p8"/>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141" name="Google Shape;141;p8"/>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142" name="Google Shape;142;p8"/>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20272565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43"/>
        <p:cNvGrpSpPr/>
        <p:nvPr/>
      </p:nvGrpSpPr>
      <p:grpSpPr>
        <a:xfrm>
          <a:off x="0" y="0"/>
          <a:ext cx="0" cy="0"/>
          <a:chOff x="0" y="0"/>
          <a:chExt cx="0" cy="0"/>
        </a:xfrm>
      </p:grpSpPr>
      <p:sp>
        <p:nvSpPr>
          <p:cNvPr id="144" name="Google Shape;144;p9"/>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5" name="Google Shape;145;p9"/>
          <p:cNvSpPr/>
          <p:nvPr/>
        </p:nvSpPr>
        <p:spPr>
          <a:xfrm>
            <a:off x="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 name="Google Shape;146;p9"/>
          <p:cNvSpPr txBox="1">
            <a:spLocks noGrp="1"/>
          </p:cNvSpPr>
          <p:nvPr>
            <p:ph type="title"/>
          </p:nvPr>
        </p:nvSpPr>
        <p:spPr>
          <a:xfrm>
            <a:off x="1508667" y="828333"/>
            <a:ext cx="5393600" cy="7076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r>
              <a:rPr lang="en-US"/>
              <a:t>Click to edit Master title style</a:t>
            </a:r>
            <a:endParaRPr/>
          </a:p>
        </p:txBody>
      </p:sp>
      <p:sp>
        <p:nvSpPr>
          <p:cNvPr id="147" name="Google Shape;147;p9"/>
          <p:cNvSpPr txBox="1">
            <a:spLocks noGrp="1"/>
          </p:cNvSpPr>
          <p:nvPr>
            <p:ph type="subTitle" idx="1"/>
          </p:nvPr>
        </p:nvSpPr>
        <p:spPr>
          <a:xfrm>
            <a:off x="2124467" y="2099267"/>
            <a:ext cx="7385600" cy="1872800"/>
          </a:xfrm>
          <a:prstGeom prst="rect">
            <a:avLst/>
          </a:prstGeom>
        </p:spPr>
        <p:txBody>
          <a:bodyPr spcFirstLastPara="1" wrap="square" lIns="91425" tIns="91425" rIns="91425" bIns="91425" anchor="ctr" anchorCtr="0">
            <a:noAutofit/>
          </a:bodyPr>
          <a:lstStyle>
            <a:lvl1pPr lvl="0">
              <a:lnSpc>
                <a:spcPct val="100000"/>
              </a:lnSpc>
              <a:spcBef>
                <a:spcPts val="0"/>
              </a:spcBef>
              <a:spcAft>
                <a:spcPts val="0"/>
              </a:spcAft>
              <a:buSzPts val="2100"/>
              <a:buNone/>
              <a:defRPr/>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r>
              <a:rPr lang="en-US"/>
              <a:t>Click to edit Master subtitle style</a:t>
            </a:r>
            <a:endParaRPr/>
          </a:p>
        </p:txBody>
      </p:sp>
      <p:sp>
        <p:nvSpPr>
          <p:cNvPr id="148" name="Google Shape;148;p9"/>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149" name="Google Shape;149;p9"/>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150" name="Google Shape;150;p9"/>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151" name="Google Shape;151;p9"/>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152" name="Google Shape;152;p9"/>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153" name="Google Shape;153;p9"/>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154" name="Google Shape;154;p9"/>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155" name="Google Shape;155;p9"/>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156" name="Google Shape;156;p9"/>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157" name="Google Shape;157;p9"/>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158" name="Google Shape;158;p9"/>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159" name="Google Shape;159;p9"/>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160" name="Google Shape;160;p9"/>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161" name="Google Shape;161;p9"/>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2602073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62"/>
        <p:cNvGrpSpPr/>
        <p:nvPr/>
      </p:nvGrpSpPr>
      <p:grpSpPr>
        <a:xfrm>
          <a:off x="0" y="0"/>
          <a:ext cx="0" cy="0"/>
          <a:chOff x="0" y="0"/>
          <a:chExt cx="0" cy="0"/>
        </a:xfrm>
      </p:grpSpPr>
      <p:sp>
        <p:nvSpPr>
          <p:cNvPr id="163" name="Google Shape;163;p10"/>
          <p:cNvSpPr txBox="1">
            <a:spLocks noGrp="1"/>
          </p:cNvSpPr>
          <p:nvPr>
            <p:ph type="title"/>
          </p:nvPr>
        </p:nvSpPr>
        <p:spPr>
          <a:xfrm>
            <a:off x="946833" y="723433"/>
            <a:ext cx="5149200" cy="1900000"/>
          </a:xfrm>
          <a:prstGeom prst="rect">
            <a:avLst/>
          </a:prstGeom>
        </p:spPr>
        <p:txBody>
          <a:bodyPr spcFirstLastPara="1" wrap="square" lIns="91425" tIns="91425" rIns="91425" bIns="91425" anchor="ctr"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r>
              <a:rPr lang="en-US"/>
              <a:t>Click to edit Master title style</a:t>
            </a:r>
            <a:endParaRPr/>
          </a:p>
        </p:txBody>
      </p:sp>
    </p:spTree>
    <p:extLst>
      <p:ext uri="{BB962C8B-B14F-4D97-AF65-F5344CB8AC3E}">
        <p14:creationId xmlns:p14="http://schemas.microsoft.com/office/powerpoint/2010/main" val="37035311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64"/>
        <p:cNvGrpSpPr/>
        <p:nvPr/>
      </p:nvGrpSpPr>
      <p:grpSpPr>
        <a:xfrm>
          <a:off x="0" y="0"/>
          <a:ext cx="0" cy="0"/>
          <a:chOff x="0" y="0"/>
          <a:chExt cx="0" cy="0"/>
        </a:xfrm>
      </p:grpSpPr>
      <p:sp>
        <p:nvSpPr>
          <p:cNvPr id="165" name="Google Shape;165;p11"/>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6" name="Google Shape;166;p11"/>
          <p:cNvSpPr/>
          <p:nvPr/>
        </p:nvSpPr>
        <p:spPr>
          <a:xfrm>
            <a:off x="0" y="0"/>
            <a:ext cx="6096000" cy="7904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7" name="Google Shape;167;p11"/>
          <p:cNvSpPr txBox="1">
            <a:spLocks noGrp="1"/>
          </p:cNvSpPr>
          <p:nvPr>
            <p:ph type="title" hasCustomPrompt="1"/>
          </p:nvPr>
        </p:nvSpPr>
        <p:spPr>
          <a:xfrm>
            <a:off x="1445633" y="1748567"/>
            <a:ext cx="8505600" cy="1358000"/>
          </a:xfrm>
          <a:prstGeom prst="rect">
            <a:avLst/>
          </a:prstGeom>
        </p:spPr>
        <p:txBody>
          <a:bodyPr spcFirstLastPara="1" wrap="square" lIns="91425" tIns="91425" rIns="91425" bIns="91425" anchor="ctr" anchorCtr="0">
            <a:noAutofit/>
          </a:bodyPr>
          <a:lstStyle>
            <a:lvl1pPr lvl="0">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168" name="Google Shape;168;p11"/>
          <p:cNvSpPr txBox="1">
            <a:spLocks noGrp="1"/>
          </p:cNvSpPr>
          <p:nvPr>
            <p:ph type="body" idx="1"/>
          </p:nvPr>
        </p:nvSpPr>
        <p:spPr>
          <a:xfrm>
            <a:off x="2072300" y="3315900"/>
            <a:ext cx="8918800" cy="704000"/>
          </a:xfrm>
          <a:prstGeom prst="rect">
            <a:avLst/>
          </a:prstGeom>
        </p:spPr>
        <p:txBody>
          <a:bodyPr spcFirstLastPara="1" wrap="square" lIns="91425" tIns="91425" rIns="91425" bIns="91425" anchor="ctr" anchorCtr="0">
            <a:noAutofit/>
          </a:bodyPr>
          <a:lstStyle>
            <a:lvl1pPr marL="609585" lvl="0" indent="-423323">
              <a:spcBef>
                <a:spcPts val="0"/>
              </a:spcBef>
              <a:spcAft>
                <a:spcPts val="0"/>
              </a:spcAft>
              <a:buSzPts val="1400"/>
              <a:buChar char="●"/>
              <a:defRPr sz="2400">
                <a:solidFill>
                  <a:schemeClr val="accent3"/>
                </a:solidFill>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pPr lvl="0"/>
            <a:r>
              <a:rPr lang="en-US"/>
              <a:t>Click to edit Master text styles</a:t>
            </a:r>
          </a:p>
        </p:txBody>
      </p:sp>
      <p:sp>
        <p:nvSpPr>
          <p:cNvPr id="169" name="Google Shape;169;p11"/>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170" name="Google Shape;170;p11"/>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171" name="Google Shape;171;p11"/>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172" name="Google Shape;172;p11"/>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173" name="Google Shape;173;p11"/>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174" name="Google Shape;174;p11"/>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175" name="Google Shape;175;p11"/>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176" name="Google Shape;176;p11"/>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177" name="Google Shape;177;p11"/>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178" name="Google Shape;178;p11"/>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179" name="Google Shape;179;p11"/>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180" name="Google Shape;180;p11"/>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181" name="Google Shape;181;p11"/>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182" name="Google Shape;182;p11"/>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1544970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183"/>
        <p:cNvGrpSpPr/>
        <p:nvPr/>
      </p:nvGrpSpPr>
      <p:grpSpPr>
        <a:xfrm>
          <a:off x="0" y="0"/>
          <a:ext cx="0" cy="0"/>
          <a:chOff x="0" y="0"/>
          <a:chExt cx="0" cy="0"/>
        </a:xfrm>
      </p:grpSpPr>
    </p:spTree>
    <p:extLst>
      <p:ext uri="{BB962C8B-B14F-4D97-AF65-F5344CB8AC3E}">
        <p14:creationId xmlns:p14="http://schemas.microsoft.com/office/powerpoint/2010/main" val="2109804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84"/>
        <p:cNvGrpSpPr/>
        <p:nvPr/>
      </p:nvGrpSpPr>
      <p:grpSpPr>
        <a:xfrm>
          <a:off x="0" y="0"/>
          <a:ext cx="0" cy="0"/>
          <a:chOff x="0" y="0"/>
          <a:chExt cx="0" cy="0"/>
        </a:xfrm>
      </p:grpSpPr>
      <p:sp>
        <p:nvSpPr>
          <p:cNvPr id="185" name="Google Shape;185;p13"/>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 name="Google Shape;186;p13"/>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 name="Google Shape;187;p13"/>
          <p:cNvSpPr txBox="1">
            <a:spLocks noGrp="1"/>
          </p:cNvSpPr>
          <p:nvPr>
            <p:ph type="title" hasCustomPrompt="1"/>
          </p:nvPr>
        </p:nvSpPr>
        <p:spPr>
          <a:xfrm flipH="1">
            <a:off x="1947267" y="1915617"/>
            <a:ext cx="1162800" cy="45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algn="r" rtl="0">
              <a:spcBef>
                <a:spcPts val="0"/>
              </a:spcBef>
              <a:spcAft>
                <a:spcPts val="0"/>
              </a:spcAft>
              <a:buSzPts val="2500"/>
              <a:buNone/>
              <a:defRPr sz="3333"/>
            </a:lvl2pPr>
            <a:lvl3pPr lvl="2" algn="r" rtl="0">
              <a:spcBef>
                <a:spcPts val="0"/>
              </a:spcBef>
              <a:spcAft>
                <a:spcPts val="0"/>
              </a:spcAft>
              <a:buSzPts val="2500"/>
              <a:buNone/>
              <a:defRPr sz="3333"/>
            </a:lvl3pPr>
            <a:lvl4pPr lvl="3" algn="r" rtl="0">
              <a:spcBef>
                <a:spcPts val="0"/>
              </a:spcBef>
              <a:spcAft>
                <a:spcPts val="0"/>
              </a:spcAft>
              <a:buSzPts val="2500"/>
              <a:buNone/>
              <a:defRPr sz="3333"/>
            </a:lvl4pPr>
            <a:lvl5pPr lvl="4" algn="r" rtl="0">
              <a:spcBef>
                <a:spcPts val="0"/>
              </a:spcBef>
              <a:spcAft>
                <a:spcPts val="0"/>
              </a:spcAft>
              <a:buSzPts val="2500"/>
              <a:buNone/>
              <a:defRPr sz="3333"/>
            </a:lvl5pPr>
            <a:lvl6pPr lvl="5" algn="r" rtl="0">
              <a:spcBef>
                <a:spcPts val="0"/>
              </a:spcBef>
              <a:spcAft>
                <a:spcPts val="0"/>
              </a:spcAft>
              <a:buSzPts val="2500"/>
              <a:buNone/>
              <a:defRPr sz="3333"/>
            </a:lvl6pPr>
            <a:lvl7pPr lvl="6" algn="r" rtl="0">
              <a:spcBef>
                <a:spcPts val="0"/>
              </a:spcBef>
              <a:spcAft>
                <a:spcPts val="0"/>
              </a:spcAft>
              <a:buSzPts val="2500"/>
              <a:buNone/>
              <a:defRPr sz="3333"/>
            </a:lvl7pPr>
            <a:lvl8pPr lvl="7" algn="r" rtl="0">
              <a:spcBef>
                <a:spcPts val="0"/>
              </a:spcBef>
              <a:spcAft>
                <a:spcPts val="0"/>
              </a:spcAft>
              <a:buSzPts val="2500"/>
              <a:buNone/>
              <a:defRPr sz="3333"/>
            </a:lvl8pPr>
            <a:lvl9pPr lvl="8" algn="r" rtl="0">
              <a:spcBef>
                <a:spcPts val="0"/>
              </a:spcBef>
              <a:spcAft>
                <a:spcPts val="0"/>
              </a:spcAft>
              <a:buSzPts val="2500"/>
              <a:buNone/>
              <a:defRPr sz="3333"/>
            </a:lvl9pPr>
          </a:lstStyle>
          <a:p>
            <a:r>
              <a:t>xx%</a:t>
            </a:r>
          </a:p>
        </p:txBody>
      </p:sp>
      <p:sp>
        <p:nvSpPr>
          <p:cNvPr id="188" name="Google Shape;188;p13"/>
          <p:cNvSpPr txBox="1">
            <a:spLocks noGrp="1"/>
          </p:cNvSpPr>
          <p:nvPr>
            <p:ph type="subTitle" idx="1"/>
          </p:nvPr>
        </p:nvSpPr>
        <p:spPr>
          <a:xfrm>
            <a:off x="3110067" y="2366817"/>
            <a:ext cx="4172000" cy="65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accent3"/>
                </a:solidFill>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189" name="Google Shape;189;p13"/>
          <p:cNvSpPr txBox="1">
            <a:spLocks noGrp="1"/>
          </p:cNvSpPr>
          <p:nvPr>
            <p:ph type="subTitle" idx="2"/>
          </p:nvPr>
        </p:nvSpPr>
        <p:spPr>
          <a:xfrm>
            <a:off x="3110067" y="1915633"/>
            <a:ext cx="41720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400">
                <a:solidFill>
                  <a:schemeClr val="accent1"/>
                </a:solidFill>
              </a:defRPr>
            </a:lvl1pPr>
            <a:lvl2pPr lvl="1" algn="r" rtl="0">
              <a:spcBef>
                <a:spcPts val="0"/>
              </a:spcBef>
              <a:spcAft>
                <a:spcPts val="0"/>
              </a:spcAft>
              <a:buClr>
                <a:schemeClr val="dk1"/>
              </a:buClr>
              <a:buSzPts val="2000"/>
              <a:buNone/>
              <a:defRPr sz="2667">
                <a:solidFill>
                  <a:schemeClr val="dk1"/>
                </a:solidFill>
              </a:defRPr>
            </a:lvl2pPr>
            <a:lvl3pPr lvl="2" algn="r" rtl="0">
              <a:spcBef>
                <a:spcPts val="0"/>
              </a:spcBef>
              <a:spcAft>
                <a:spcPts val="0"/>
              </a:spcAft>
              <a:buClr>
                <a:schemeClr val="dk1"/>
              </a:buClr>
              <a:buSzPts val="2000"/>
              <a:buNone/>
              <a:defRPr sz="2667">
                <a:solidFill>
                  <a:schemeClr val="dk1"/>
                </a:solidFill>
              </a:defRPr>
            </a:lvl3pPr>
            <a:lvl4pPr lvl="3" algn="r" rtl="0">
              <a:spcBef>
                <a:spcPts val="0"/>
              </a:spcBef>
              <a:spcAft>
                <a:spcPts val="0"/>
              </a:spcAft>
              <a:buClr>
                <a:schemeClr val="dk1"/>
              </a:buClr>
              <a:buSzPts val="2000"/>
              <a:buNone/>
              <a:defRPr sz="2667">
                <a:solidFill>
                  <a:schemeClr val="dk1"/>
                </a:solidFill>
              </a:defRPr>
            </a:lvl4pPr>
            <a:lvl5pPr lvl="4" algn="r" rtl="0">
              <a:spcBef>
                <a:spcPts val="0"/>
              </a:spcBef>
              <a:spcAft>
                <a:spcPts val="0"/>
              </a:spcAft>
              <a:buClr>
                <a:schemeClr val="dk1"/>
              </a:buClr>
              <a:buSzPts val="2000"/>
              <a:buNone/>
              <a:defRPr sz="2667">
                <a:solidFill>
                  <a:schemeClr val="dk1"/>
                </a:solidFill>
              </a:defRPr>
            </a:lvl5pPr>
            <a:lvl6pPr lvl="5" algn="r" rtl="0">
              <a:spcBef>
                <a:spcPts val="0"/>
              </a:spcBef>
              <a:spcAft>
                <a:spcPts val="0"/>
              </a:spcAft>
              <a:buClr>
                <a:schemeClr val="dk1"/>
              </a:buClr>
              <a:buSzPts val="2000"/>
              <a:buNone/>
              <a:defRPr sz="2667">
                <a:solidFill>
                  <a:schemeClr val="dk1"/>
                </a:solidFill>
              </a:defRPr>
            </a:lvl6pPr>
            <a:lvl7pPr lvl="6" algn="r" rtl="0">
              <a:spcBef>
                <a:spcPts val="0"/>
              </a:spcBef>
              <a:spcAft>
                <a:spcPts val="0"/>
              </a:spcAft>
              <a:buClr>
                <a:schemeClr val="dk1"/>
              </a:buClr>
              <a:buSzPts val="2000"/>
              <a:buNone/>
              <a:defRPr sz="2667">
                <a:solidFill>
                  <a:schemeClr val="dk1"/>
                </a:solidFill>
              </a:defRPr>
            </a:lvl7pPr>
            <a:lvl8pPr lvl="7" algn="r" rtl="0">
              <a:spcBef>
                <a:spcPts val="0"/>
              </a:spcBef>
              <a:spcAft>
                <a:spcPts val="0"/>
              </a:spcAft>
              <a:buClr>
                <a:schemeClr val="dk1"/>
              </a:buClr>
              <a:buSzPts val="2000"/>
              <a:buNone/>
              <a:defRPr sz="2667">
                <a:solidFill>
                  <a:schemeClr val="dk1"/>
                </a:solidFill>
              </a:defRPr>
            </a:lvl8pPr>
            <a:lvl9pPr lvl="8" algn="r"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190" name="Google Shape;190;p13"/>
          <p:cNvSpPr txBox="1">
            <a:spLocks noGrp="1"/>
          </p:cNvSpPr>
          <p:nvPr>
            <p:ph type="title" idx="3" hasCustomPrompt="1"/>
          </p:nvPr>
        </p:nvSpPr>
        <p:spPr>
          <a:xfrm flipH="1">
            <a:off x="3800167" y="3226483"/>
            <a:ext cx="1162800" cy="45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algn="r" rtl="0">
              <a:spcBef>
                <a:spcPts val="0"/>
              </a:spcBef>
              <a:spcAft>
                <a:spcPts val="0"/>
              </a:spcAft>
              <a:buSzPts val="2500"/>
              <a:buNone/>
              <a:defRPr sz="3333"/>
            </a:lvl2pPr>
            <a:lvl3pPr lvl="2" algn="r" rtl="0">
              <a:spcBef>
                <a:spcPts val="0"/>
              </a:spcBef>
              <a:spcAft>
                <a:spcPts val="0"/>
              </a:spcAft>
              <a:buSzPts val="2500"/>
              <a:buNone/>
              <a:defRPr sz="3333"/>
            </a:lvl3pPr>
            <a:lvl4pPr lvl="3" algn="r" rtl="0">
              <a:spcBef>
                <a:spcPts val="0"/>
              </a:spcBef>
              <a:spcAft>
                <a:spcPts val="0"/>
              </a:spcAft>
              <a:buSzPts val="2500"/>
              <a:buNone/>
              <a:defRPr sz="3333"/>
            </a:lvl4pPr>
            <a:lvl5pPr lvl="4" algn="r" rtl="0">
              <a:spcBef>
                <a:spcPts val="0"/>
              </a:spcBef>
              <a:spcAft>
                <a:spcPts val="0"/>
              </a:spcAft>
              <a:buSzPts val="2500"/>
              <a:buNone/>
              <a:defRPr sz="3333"/>
            </a:lvl5pPr>
            <a:lvl6pPr lvl="5" algn="r" rtl="0">
              <a:spcBef>
                <a:spcPts val="0"/>
              </a:spcBef>
              <a:spcAft>
                <a:spcPts val="0"/>
              </a:spcAft>
              <a:buSzPts val="2500"/>
              <a:buNone/>
              <a:defRPr sz="3333"/>
            </a:lvl6pPr>
            <a:lvl7pPr lvl="6" algn="r" rtl="0">
              <a:spcBef>
                <a:spcPts val="0"/>
              </a:spcBef>
              <a:spcAft>
                <a:spcPts val="0"/>
              </a:spcAft>
              <a:buSzPts val="2500"/>
              <a:buNone/>
              <a:defRPr sz="3333"/>
            </a:lvl7pPr>
            <a:lvl8pPr lvl="7" algn="r" rtl="0">
              <a:spcBef>
                <a:spcPts val="0"/>
              </a:spcBef>
              <a:spcAft>
                <a:spcPts val="0"/>
              </a:spcAft>
              <a:buSzPts val="2500"/>
              <a:buNone/>
              <a:defRPr sz="3333"/>
            </a:lvl8pPr>
            <a:lvl9pPr lvl="8" algn="r" rtl="0">
              <a:spcBef>
                <a:spcPts val="0"/>
              </a:spcBef>
              <a:spcAft>
                <a:spcPts val="0"/>
              </a:spcAft>
              <a:buSzPts val="2500"/>
              <a:buNone/>
              <a:defRPr sz="3333"/>
            </a:lvl9pPr>
          </a:lstStyle>
          <a:p>
            <a:r>
              <a:t>xx%</a:t>
            </a:r>
          </a:p>
        </p:txBody>
      </p:sp>
      <p:sp>
        <p:nvSpPr>
          <p:cNvPr id="191" name="Google Shape;191;p13"/>
          <p:cNvSpPr txBox="1">
            <a:spLocks noGrp="1"/>
          </p:cNvSpPr>
          <p:nvPr>
            <p:ph type="subTitle" idx="4"/>
          </p:nvPr>
        </p:nvSpPr>
        <p:spPr>
          <a:xfrm>
            <a:off x="4962967" y="3673951"/>
            <a:ext cx="4172000" cy="65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accent3"/>
                </a:solidFill>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192" name="Google Shape;192;p13"/>
          <p:cNvSpPr txBox="1">
            <a:spLocks noGrp="1"/>
          </p:cNvSpPr>
          <p:nvPr>
            <p:ph type="subTitle" idx="5"/>
          </p:nvPr>
        </p:nvSpPr>
        <p:spPr>
          <a:xfrm>
            <a:off x="4962967" y="3226467"/>
            <a:ext cx="41720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400">
                <a:solidFill>
                  <a:schemeClr val="lt2"/>
                </a:solidFill>
              </a:defRPr>
            </a:lvl1pPr>
            <a:lvl2pPr lvl="1" algn="r" rtl="0">
              <a:spcBef>
                <a:spcPts val="0"/>
              </a:spcBef>
              <a:spcAft>
                <a:spcPts val="0"/>
              </a:spcAft>
              <a:buClr>
                <a:schemeClr val="dk1"/>
              </a:buClr>
              <a:buSzPts val="2000"/>
              <a:buNone/>
              <a:defRPr sz="2667">
                <a:solidFill>
                  <a:schemeClr val="dk1"/>
                </a:solidFill>
              </a:defRPr>
            </a:lvl2pPr>
            <a:lvl3pPr lvl="2" algn="r" rtl="0">
              <a:spcBef>
                <a:spcPts val="0"/>
              </a:spcBef>
              <a:spcAft>
                <a:spcPts val="0"/>
              </a:spcAft>
              <a:buClr>
                <a:schemeClr val="dk1"/>
              </a:buClr>
              <a:buSzPts val="2000"/>
              <a:buNone/>
              <a:defRPr sz="2667">
                <a:solidFill>
                  <a:schemeClr val="dk1"/>
                </a:solidFill>
              </a:defRPr>
            </a:lvl3pPr>
            <a:lvl4pPr lvl="3" algn="r" rtl="0">
              <a:spcBef>
                <a:spcPts val="0"/>
              </a:spcBef>
              <a:spcAft>
                <a:spcPts val="0"/>
              </a:spcAft>
              <a:buClr>
                <a:schemeClr val="dk1"/>
              </a:buClr>
              <a:buSzPts val="2000"/>
              <a:buNone/>
              <a:defRPr sz="2667">
                <a:solidFill>
                  <a:schemeClr val="dk1"/>
                </a:solidFill>
              </a:defRPr>
            </a:lvl4pPr>
            <a:lvl5pPr lvl="4" algn="r" rtl="0">
              <a:spcBef>
                <a:spcPts val="0"/>
              </a:spcBef>
              <a:spcAft>
                <a:spcPts val="0"/>
              </a:spcAft>
              <a:buClr>
                <a:schemeClr val="dk1"/>
              </a:buClr>
              <a:buSzPts val="2000"/>
              <a:buNone/>
              <a:defRPr sz="2667">
                <a:solidFill>
                  <a:schemeClr val="dk1"/>
                </a:solidFill>
              </a:defRPr>
            </a:lvl5pPr>
            <a:lvl6pPr lvl="5" algn="r" rtl="0">
              <a:spcBef>
                <a:spcPts val="0"/>
              </a:spcBef>
              <a:spcAft>
                <a:spcPts val="0"/>
              </a:spcAft>
              <a:buClr>
                <a:schemeClr val="dk1"/>
              </a:buClr>
              <a:buSzPts val="2000"/>
              <a:buNone/>
              <a:defRPr sz="2667">
                <a:solidFill>
                  <a:schemeClr val="dk1"/>
                </a:solidFill>
              </a:defRPr>
            </a:lvl6pPr>
            <a:lvl7pPr lvl="6" algn="r" rtl="0">
              <a:spcBef>
                <a:spcPts val="0"/>
              </a:spcBef>
              <a:spcAft>
                <a:spcPts val="0"/>
              </a:spcAft>
              <a:buClr>
                <a:schemeClr val="dk1"/>
              </a:buClr>
              <a:buSzPts val="2000"/>
              <a:buNone/>
              <a:defRPr sz="2667">
                <a:solidFill>
                  <a:schemeClr val="dk1"/>
                </a:solidFill>
              </a:defRPr>
            </a:lvl7pPr>
            <a:lvl8pPr lvl="7" algn="r" rtl="0">
              <a:spcBef>
                <a:spcPts val="0"/>
              </a:spcBef>
              <a:spcAft>
                <a:spcPts val="0"/>
              </a:spcAft>
              <a:buClr>
                <a:schemeClr val="dk1"/>
              </a:buClr>
              <a:buSzPts val="2000"/>
              <a:buNone/>
              <a:defRPr sz="2667">
                <a:solidFill>
                  <a:schemeClr val="dk1"/>
                </a:solidFill>
              </a:defRPr>
            </a:lvl8pPr>
            <a:lvl9pPr lvl="8" algn="r"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193" name="Google Shape;193;p13"/>
          <p:cNvSpPr txBox="1">
            <a:spLocks noGrp="1"/>
          </p:cNvSpPr>
          <p:nvPr>
            <p:ph type="title" idx="6" hasCustomPrompt="1"/>
          </p:nvPr>
        </p:nvSpPr>
        <p:spPr>
          <a:xfrm flipH="1">
            <a:off x="5657167" y="4533616"/>
            <a:ext cx="1162800" cy="451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algn="r" rtl="0">
              <a:spcBef>
                <a:spcPts val="0"/>
              </a:spcBef>
              <a:spcAft>
                <a:spcPts val="0"/>
              </a:spcAft>
              <a:buSzPts val="2500"/>
              <a:buNone/>
              <a:defRPr sz="3333"/>
            </a:lvl2pPr>
            <a:lvl3pPr lvl="2" algn="r" rtl="0">
              <a:spcBef>
                <a:spcPts val="0"/>
              </a:spcBef>
              <a:spcAft>
                <a:spcPts val="0"/>
              </a:spcAft>
              <a:buSzPts val="2500"/>
              <a:buNone/>
              <a:defRPr sz="3333"/>
            </a:lvl3pPr>
            <a:lvl4pPr lvl="3" algn="r" rtl="0">
              <a:spcBef>
                <a:spcPts val="0"/>
              </a:spcBef>
              <a:spcAft>
                <a:spcPts val="0"/>
              </a:spcAft>
              <a:buSzPts val="2500"/>
              <a:buNone/>
              <a:defRPr sz="3333"/>
            </a:lvl4pPr>
            <a:lvl5pPr lvl="4" algn="r" rtl="0">
              <a:spcBef>
                <a:spcPts val="0"/>
              </a:spcBef>
              <a:spcAft>
                <a:spcPts val="0"/>
              </a:spcAft>
              <a:buSzPts val="2500"/>
              <a:buNone/>
              <a:defRPr sz="3333"/>
            </a:lvl5pPr>
            <a:lvl6pPr lvl="5" algn="r" rtl="0">
              <a:spcBef>
                <a:spcPts val="0"/>
              </a:spcBef>
              <a:spcAft>
                <a:spcPts val="0"/>
              </a:spcAft>
              <a:buSzPts val="2500"/>
              <a:buNone/>
              <a:defRPr sz="3333"/>
            </a:lvl6pPr>
            <a:lvl7pPr lvl="6" algn="r" rtl="0">
              <a:spcBef>
                <a:spcPts val="0"/>
              </a:spcBef>
              <a:spcAft>
                <a:spcPts val="0"/>
              </a:spcAft>
              <a:buSzPts val="2500"/>
              <a:buNone/>
              <a:defRPr sz="3333"/>
            </a:lvl7pPr>
            <a:lvl8pPr lvl="7" algn="r" rtl="0">
              <a:spcBef>
                <a:spcPts val="0"/>
              </a:spcBef>
              <a:spcAft>
                <a:spcPts val="0"/>
              </a:spcAft>
              <a:buSzPts val="2500"/>
              <a:buNone/>
              <a:defRPr sz="3333"/>
            </a:lvl8pPr>
            <a:lvl9pPr lvl="8" algn="r" rtl="0">
              <a:spcBef>
                <a:spcPts val="0"/>
              </a:spcBef>
              <a:spcAft>
                <a:spcPts val="0"/>
              </a:spcAft>
              <a:buSzPts val="2500"/>
              <a:buNone/>
              <a:defRPr sz="3333"/>
            </a:lvl9pPr>
          </a:lstStyle>
          <a:p>
            <a:r>
              <a:t>xx%</a:t>
            </a:r>
          </a:p>
        </p:txBody>
      </p:sp>
      <p:sp>
        <p:nvSpPr>
          <p:cNvPr id="194" name="Google Shape;194;p13"/>
          <p:cNvSpPr txBox="1">
            <a:spLocks noGrp="1"/>
          </p:cNvSpPr>
          <p:nvPr>
            <p:ph type="subTitle" idx="7"/>
          </p:nvPr>
        </p:nvSpPr>
        <p:spPr>
          <a:xfrm>
            <a:off x="6819967" y="4984791"/>
            <a:ext cx="4172000" cy="650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1400"/>
              <a:buNone/>
              <a:defRPr>
                <a:solidFill>
                  <a:schemeClr val="accent3"/>
                </a:solidFill>
              </a:defRPr>
            </a:lvl1pPr>
            <a:lvl2pPr lvl="1" algn="r" rtl="0">
              <a:spcBef>
                <a:spcPts val="0"/>
              </a:spcBef>
              <a:spcAft>
                <a:spcPts val="0"/>
              </a:spcAft>
              <a:buClr>
                <a:schemeClr val="dk1"/>
              </a:buClr>
              <a:buSzPts val="1400"/>
              <a:buNone/>
              <a:defRPr>
                <a:solidFill>
                  <a:schemeClr val="dk1"/>
                </a:solidFill>
              </a:defRPr>
            </a:lvl2pPr>
            <a:lvl3pPr lvl="2" algn="r" rtl="0">
              <a:spcBef>
                <a:spcPts val="0"/>
              </a:spcBef>
              <a:spcAft>
                <a:spcPts val="0"/>
              </a:spcAft>
              <a:buClr>
                <a:schemeClr val="dk1"/>
              </a:buClr>
              <a:buSzPts val="1400"/>
              <a:buNone/>
              <a:defRPr>
                <a:solidFill>
                  <a:schemeClr val="dk1"/>
                </a:solidFill>
              </a:defRPr>
            </a:lvl3pPr>
            <a:lvl4pPr lvl="3" algn="r" rtl="0">
              <a:spcBef>
                <a:spcPts val="0"/>
              </a:spcBef>
              <a:spcAft>
                <a:spcPts val="0"/>
              </a:spcAft>
              <a:buClr>
                <a:schemeClr val="dk1"/>
              </a:buClr>
              <a:buSzPts val="1400"/>
              <a:buNone/>
              <a:defRPr>
                <a:solidFill>
                  <a:schemeClr val="dk1"/>
                </a:solidFill>
              </a:defRPr>
            </a:lvl4pPr>
            <a:lvl5pPr lvl="4" algn="r" rtl="0">
              <a:spcBef>
                <a:spcPts val="0"/>
              </a:spcBef>
              <a:spcAft>
                <a:spcPts val="0"/>
              </a:spcAft>
              <a:buClr>
                <a:schemeClr val="dk1"/>
              </a:buClr>
              <a:buSzPts val="1400"/>
              <a:buNone/>
              <a:defRPr>
                <a:solidFill>
                  <a:schemeClr val="dk1"/>
                </a:solidFill>
              </a:defRPr>
            </a:lvl5pPr>
            <a:lvl6pPr lvl="5" algn="r" rtl="0">
              <a:spcBef>
                <a:spcPts val="0"/>
              </a:spcBef>
              <a:spcAft>
                <a:spcPts val="0"/>
              </a:spcAft>
              <a:buClr>
                <a:schemeClr val="dk1"/>
              </a:buClr>
              <a:buSzPts val="1400"/>
              <a:buNone/>
              <a:defRPr>
                <a:solidFill>
                  <a:schemeClr val="dk1"/>
                </a:solidFill>
              </a:defRPr>
            </a:lvl6pPr>
            <a:lvl7pPr lvl="6" algn="r" rtl="0">
              <a:spcBef>
                <a:spcPts val="0"/>
              </a:spcBef>
              <a:spcAft>
                <a:spcPts val="0"/>
              </a:spcAft>
              <a:buClr>
                <a:schemeClr val="dk1"/>
              </a:buClr>
              <a:buSzPts val="1400"/>
              <a:buNone/>
              <a:defRPr>
                <a:solidFill>
                  <a:schemeClr val="dk1"/>
                </a:solidFill>
              </a:defRPr>
            </a:lvl7pPr>
            <a:lvl8pPr lvl="7" algn="r" rtl="0">
              <a:spcBef>
                <a:spcPts val="0"/>
              </a:spcBef>
              <a:spcAft>
                <a:spcPts val="0"/>
              </a:spcAft>
              <a:buClr>
                <a:schemeClr val="dk1"/>
              </a:buClr>
              <a:buSzPts val="1400"/>
              <a:buNone/>
              <a:defRPr>
                <a:solidFill>
                  <a:schemeClr val="dk1"/>
                </a:solidFill>
              </a:defRPr>
            </a:lvl8pPr>
            <a:lvl9pPr lvl="8" algn="r"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195" name="Google Shape;195;p13"/>
          <p:cNvSpPr txBox="1">
            <a:spLocks noGrp="1"/>
          </p:cNvSpPr>
          <p:nvPr>
            <p:ph type="subTitle" idx="8"/>
          </p:nvPr>
        </p:nvSpPr>
        <p:spPr>
          <a:xfrm>
            <a:off x="6819967" y="4533600"/>
            <a:ext cx="41720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400"/>
            </a:lvl1pPr>
            <a:lvl2pPr lvl="1" algn="r" rtl="0">
              <a:spcBef>
                <a:spcPts val="0"/>
              </a:spcBef>
              <a:spcAft>
                <a:spcPts val="0"/>
              </a:spcAft>
              <a:buClr>
                <a:schemeClr val="dk1"/>
              </a:buClr>
              <a:buSzPts val="2000"/>
              <a:buNone/>
              <a:defRPr sz="2667">
                <a:solidFill>
                  <a:schemeClr val="dk1"/>
                </a:solidFill>
              </a:defRPr>
            </a:lvl2pPr>
            <a:lvl3pPr lvl="2" algn="r" rtl="0">
              <a:spcBef>
                <a:spcPts val="0"/>
              </a:spcBef>
              <a:spcAft>
                <a:spcPts val="0"/>
              </a:spcAft>
              <a:buClr>
                <a:schemeClr val="dk1"/>
              </a:buClr>
              <a:buSzPts val="2000"/>
              <a:buNone/>
              <a:defRPr sz="2667">
                <a:solidFill>
                  <a:schemeClr val="dk1"/>
                </a:solidFill>
              </a:defRPr>
            </a:lvl3pPr>
            <a:lvl4pPr lvl="3" algn="r" rtl="0">
              <a:spcBef>
                <a:spcPts val="0"/>
              </a:spcBef>
              <a:spcAft>
                <a:spcPts val="0"/>
              </a:spcAft>
              <a:buClr>
                <a:schemeClr val="dk1"/>
              </a:buClr>
              <a:buSzPts val="2000"/>
              <a:buNone/>
              <a:defRPr sz="2667">
                <a:solidFill>
                  <a:schemeClr val="dk1"/>
                </a:solidFill>
              </a:defRPr>
            </a:lvl4pPr>
            <a:lvl5pPr lvl="4" algn="r" rtl="0">
              <a:spcBef>
                <a:spcPts val="0"/>
              </a:spcBef>
              <a:spcAft>
                <a:spcPts val="0"/>
              </a:spcAft>
              <a:buClr>
                <a:schemeClr val="dk1"/>
              </a:buClr>
              <a:buSzPts val="2000"/>
              <a:buNone/>
              <a:defRPr sz="2667">
                <a:solidFill>
                  <a:schemeClr val="dk1"/>
                </a:solidFill>
              </a:defRPr>
            </a:lvl5pPr>
            <a:lvl6pPr lvl="5" algn="r" rtl="0">
              <a:spcBef>
                <a:spcPts val="0"/>
              </a:spcBef>
              <a:spcAft>
                <a:spcPts val="0"/>
              </a:spcAft>
              <a:buClr>
                <a:schemeClr val="dk1"/>
              </a:buClr>
              <a:buSzPts val="2000"/>
              <a:buNone/>
              <a:defRPr sz="2667">
                <a:solidFill>
                  <a:schemeClr val="dk1"/>
                </a:solidFill>
              </a:defRPr>
            </a:lvl6pPr>
            <a:lvl7pPr lvl="6" algn="r" rtl="0">
              <a:spcBef>
                <a:spcPts val="0"/>
              </a:spcBef>
              <a:spcAft>
                <a:spcPts val="0"/>
              </a:spcAft>
              <a:buClr>
                <a:schemeClr val="dk1"/>
              </a:buClr>
              <a:buSzPts val="2000"/>
              <a:buNone/>
              <a:defRPr sz="2667">
                <a:solidFill>
                  <a:schemeClr val="dk1"/>
                </a:solidFill>
              </a:defRPr>
            </a:lvl7pPr>
            <a:lvl8pPr lvl="7" algn="r" rtl="0">
              <a:spcBef>
                <a:spcPts val="0"/>
              </a:spcBef>
              <a:spcAft>
                <a:spcPts val="0"/>
              </a:spcAft>
              <a:buClr>
                <a:schemeClr val="dk1"/>
              </a:buClr>
              <a:buSzPts val="2000"/>
              <a:buNone/>
              <a:defRPr sz="2667">
                <a:solidFill>
                  <a:schemeClr val="dk1"/>
                </a:solidFill>
              </a:defRPr>
            </a:lvl8pPr>
            <a:lvl9pPr lvl="8" algn="r"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196" name="Google Shape;196;p13"/>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197" name="Google Shape;197;p13"/>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198" name="Google Shape;198;p13"/>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199" name="Google Shape;199;p13"/>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200" name="Google Shape;200;p13"/>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201" name="Google Shape;201;p13"/>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202" name="Google Shape;202;p13"/>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203" name="Google Shape;203;p13"/>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204" name="Google Shape;204;p13"/>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205" name="Google Shape;205;p13"/>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206" name="Google Shape;206;p13"/>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207" name="Google Shape;207;p13"/>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208" name="Google Shape;208;p13"/>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209" name="Google Shape;209;p13"/>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210" name="Google Shape;210;p13"/>
          <p:cNvSpPr txBox="1">
            <a:spLocks noGrp="1"/>
          </p:cNvSpPr>
          <p:nvPr>
            <p:ph type="title" idx="9"/>
          </p:nvPr>
        </p:nvSpPr>
        <p:spPr>
          <a:xfrm>
            <a:off x="1524333" y="776933"/>
            <a:ext cx="9720800" cy="721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27573899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211"/>
        <p:cNvGrpSpPr/>
        <p:nvPr/>
      </p:nvGrpSpPr>
      <p:grpSpPr>
        <a:xfrm>
          <a:off x="0" y="0"/>
          <a:ext cx="0" cy="0"/>
          <a:chOff x="0" y="0"/>
          <a:chExt cx="0" cy="0"/>
        </a:xfrm>
      </p:grpSpPr>
      <p:sp>
        <p:nvSpPr>
          <p:cNvPr id="212" name="Google Shape;212;p14"/>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3" name="Google Shape;213;p14"/>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4" name="Google Shape;214;p14"/>
          <p:cNvSpPr txBox="1">
            <a:spLocks noGrp="1"/>
          </p:cNvSpPr>
          <p:nvPr>
            <p:ph type="title"/>
          </p:nvPr>
        </p:nvSpPr>
        <p:spPr>
          <a:xfrm>
            <a:off x="2337267" y="4006800"/>
            <a:ext cx="8145600" cy="498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4200"/>
              <a:buNone/>
              <a:defRPr sz="2400">
                <a:solidFill>
                  <a:schemeClr val="dk2"/>
                </a:solidFill>
              </a:defRPr>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r>
              <a:rPr lang="en-US"/>
              <a:t>Click to edit Master title style</a:t>
            </a:r>
            <a:endParaRPr/>
          </a:p>
        </p:txBody>
      </p:sp>
      <p:sp>
        <p:nvSpPr>
          <p:cNvPr id="215" name="Google Shape;215;p14"/>
          <p:cNvSpPr txBox="1">
            <a:spLocks noGrp="1"/>
          </p:cNvSpPr>
          <p:nvPr>
            <p:ph type="subTitle" idx="1"/>
          </p:nvPr>
        </p:nvSpPr>
        <p:spPr>
          <a:xfrm>
            <a:off x="2337267" y="2353200"/>
            <a:ext cx="8145600" cy="165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100"/>
              <a:buNone/>
              <a:defRPr sz="2667">
                <a:solidFill>
                  <a:schemeClr val="accent3"/>
                </a:solidFill>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216" name="Google Shape;216;p14"/>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217" name="Google Shape;217;p14"/>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218" name="Google Shape;218;p14"/>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219" name="Google Shape;219;p14"/>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220" name="Google Shape;220;p14"/>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221" name="Google Shape;221;p14"/>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222" name="Google Shape;222;p14"/>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223" name="Google Shape;223;p14"/>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224" name="Google Shape;224;p14"/>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225" name="Google Shape;225;p14"/>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226" name="Google Shape;226;p14"/>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227" name="Google Shape;227;p14"/>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228" name="Google Shape;228;p14"/>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229" name="Google Shape;229;p14"/>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14115696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230"/>
        <p:cNvGrpSpPr/>
        <p:nvPr/>
      </p:nvGrpSpPr>
      <p:grpSpPr>
        <a:xfrm>
          <a:off x="0" y="0"/>
          <a:ext cx="0" cy="0"/>
          <a:chOff x="0" y="0"/>
          <a:chExt cx="0" cy="0"/>
        </a:xfrm>
      </p:grpSpPr>
      <p:sp>
        <p:nvSpPr>
          <p:cNvPr id="231" name="Google Shape;231;p15"/>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2" name="Google Shape;232;p15"/>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3" name="Google Shape;233;p15"/>
          <p:cNvSpPr txBox="1">
            <a:spLocks noGrp="1"/>
          </p:cNvSpPr>
          <p:nvPr>
            <p:ph type="subTitle" idx="1"/>
          </p:nvPr>
        </p:nvSpPr>
        <p:spPr>
          <a:xfrm>
            <a:off x="4591667" y="4828359"/>
            <a:ext cx="6680400" cy="76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34" name="Google Shape;234;p15"/>
          <p:cNvSpPr txBox="1">
            <a:spLocks noGrp="1"/>
          </p:cNvSpPr>
          <p:nvPr>
            <p:ph type="subTitle" idx="2"/>
          </p:nvPr>
        </p:nvSpPr>
        <p:spPr>
          <a:xfrm>
            <a:off x="4068333" y="3517800"/>
            <a:ext cx="6680400" cy="76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35" name="Google Shape;235;p15"/>
          <p:cNvSpPr txBox="1">
            <a:spLocks noGrp="1"/>
          </p:cNvSpPr>
          <p:nvPr>
            <p:ph type="subTitle" idx="3"/>
          </p:nvPr>
        </p:nvSpPr>
        <p:spPr>
          <a:xfrm>
            <a:off x="4068333" y="3107233"/>
            <a:ext cx="66804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lt2"/>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36" name="Google Shape;236;p15"/>
          <p:cNvSpPr txBox="1">
            <a:spLocks noGrp="1"/>
          </p:cNvSpPr>
          <p:nvPr>
            <p:ph type="subTitle" idx="4"/>
          </p:nvPr>
        </p:nvSpPr>
        <p:spPr>
          <a:xfrm>
            <a:off x="3499633" y="2207267"/>
            <a:ext cx="6680400" cy="766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37" name="Google Shape;237;p15"/>
          <p:cNvSpPr txBox="1">
            <a:spLocks noGrp="1"/>
          </p:cNvSpPr>
          <p:nvPr>
            <p:ph type="subTitle" idx="5"/>
          </p:nvPr>
        </p:nvSpPr>
        <p:spPr>
          <a:xfrm>
            <a:off x="3499633" y="1796700"/>
            <a:ext cx="66804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38" name="Google Shape;238;p15"/>
          <p:cNvSpPr txBox="1">
            <a:spLocks noGrp="1"/>
          </p:cNvSpPr>
          <p:nvPr>
            <p:ph type="subTitle" idx="6"/>
          </p:nvPr>
        </p:nvSpPr>
        <p:spPr>
          <a:xfrm>
            <a:off x="4591667" y="4417800"/>
            <a:ext cx="66804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39" name="Google Shape;239;p15"/>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240" name="Google Shape;240;p15"/>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241" name="Google Shape;241;p15"/>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242" name="Google Shape;242;p15"/>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243" name="Google Shape;243;p15"/>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244" name="Google Shape;244;p15"/>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245" name="Google Shape;245;p15"/>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246" name="Google Shape;246;p15"/>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247" name="Google Shape;247;p15"/>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248" name="Google Shape;248;p15"/>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249" name="Google Shape;249;p15"/>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250" name="Google Shape;250;p15"/>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251" name="Google Shape;251;p15"/>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252" name="Google Shape;252;p15"/>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253" name="Google Shape;253;p15"/>
          <p:cNvSpPr txBox="1">
            <a:spLocks noGrp="1"/>
          </p:cNvSpPr>
          <p:nvPr>
            <p:ph type="title"/>
          </p:nvPr>
        </p:nvSpPr>
        <p:spPr>
          <a:xfrm>
            <a:off x="1524333" y="776933"/>
            <a:ext cx="9720800" cy="721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2891689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254"/>
        <p:cNvGrpSpPr/>
        <p:nvPr/>
      </p:nvGrpSpPr>
      <p:grpSpPr>
        <a:xfrm>
          <a:off x="0" y="0"/>
          <a:ext cx="0" cy="0"/>
          <a:chOff x="0" y="0"/>
          <a:chExt cx="0" cy="0"/>
        </a:xfrm>
      </p:grpSpPr>
      <p:sp>
        <p:nvSpPr>
          <p:cNvPr id="255" name="Google Shape;255;p16"/>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6" name="Google Shape;256;p16"/>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7" name="Google Shape;257;p16"/>
          <p:cNvSpPr txBox="1">
            <a:spLocks noGrp="1"/>
          </p:cNvSpPr>
          <p:nvPr>
            <p:ph type="subTitle" idx="1"/>
          </p:nvPr>
        </p:nvSpPr>
        <p:spPr>
          <a:xfrm>
            <a:off x="7461641" y="2356739"/>
            <a:ext cx="3107600" cy="86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58" name="Google Shape;258;p16"/>
          <p:cNvSpPr txBox="1">
            <a:spLocks noGrp="1"/>
          </p:cNvSpPr>
          <p:nvPr>
            <p:ph type="subTitle" idx="2"/>
          </p:nvPr>
        </p:nvSpPr>
        <p:spPr>
          <a:xfrm>
            <a:off x="3326300" y="2356744"/>
            <a:ext cx="3107600" cy="86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59" name="Google Shape;259;p16"/>
          <p:cNvSpPr txBox="1">
            <a:spLocks noGrp="1"/>
          </p:cNvSpPr>
          <p:nvPr>
            <p:ph type="subTitle" idx="3"/>
          </p:nvPr>
        </p:nvSpPr>
        <p:spPr>
          <a:xfrm>
            <a:off x="3326300" y="1852884"/>
            <a:ext cx="31076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60" name="Google Shape;260;p16"/>
          <p:cNvSpPr txBox="1">
            <a:spLocks noGrp="1"/>
          </p:cNvSpPr>
          <p:nvPr>
            <p:ph type="subTitle" idx="4"/>
          </p:nvPr>
        </p:nvSpPr>
        <p:spPr>
          <a:xfrm>
            <a:off x="7461633" y="1852884"/>
            <a:ext cx="31076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61" name="Google Shape;261;p16"/>
          <p:cNvSpPr txBox="1">
            <a:spLocks noGrp="1"/>
          </p:cNvSpPr>
          <p:nvPr>
            <p:ph type="subTitle" idx="5"/>
          </p:nvPr>
        </p:nvSpPr>
        <p:spPr>
          <a:xfrm>
            <a:off x="8040041" y="4495105"/>
            <a:ext cx="3107600" cy="86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62" name="Google Shape;262;p16"/>
          <p:cNvSpPr txBox="1">
            <a:spLocks noGrp="1"/>
          </p:cNvSpPr>
          <p:nvPr>
            <p:ph type="subTitle" idx="6"/>
          </p:nvPr>
        </p:nvSpPr>
        <p:spPr>
          <a:xfrm>
            <a:off x="3904700" y="4495111"/>
            <a:ext cx="3107600" cy="86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63" name="Google Shape;263;p16"/>
          <p:cNvSpPr txBox="1">
            <a:spLocks noGrp="1"/>
          </p:cNvSpPr>
          <p:nvPr>
            <p:ph type="subTitle" idx="7"/>
          </p:nvPr>
        </p:nvSpPr>
        <p:spPr>
          <a:xfrm>
            <a:off x="3904700" y="3991251"/>
            <a:ext cx="31076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lt2"/>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64" name="Google Shape;264;p16"/>
          <p:cNvSpPr txBox="1">
            <a:spLocks noGrp="1"/>
          </p:cNvSpPr>
          <p:nvPr>
            <p:ph type="subTitle" idx="8"/>
          </p:nvPr>
        </p:nvSpPr>
        <p:spPr>
          <a:xfrm>
            <a:off x="8040033" y="3991251"/>
            <a:ext cx="31076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2"/>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65" name="Google Shape;265;p16"/>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266" name="Google Shape;266;p16"/>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267" name="Google Shape;267;p16"/>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268" name="Google Shape;268;p16"/>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269" name="Google Shape;269;p16"/>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270" name="Google Shape;270;p16"/>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271" name="Google Shape;271;p16"/>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272" name="Google Shape;272;p16"/>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273" name="Google Shape;273;p16"/>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274" name="Google Shape;274;p16"/>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275" name="Google Shape;275;p16"/>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276" name="Google Shape;276;p16"/>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277" name="Google Shape;277;p16"/>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278" name="Google Shape;278;p16"/>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279" name="Google Shape;279;p16"/>
          <p:cNvSpPr txBox="1">
            <a:spLocks noGrp="1"/>
          </p:cNvSpPr>
          <p:nvPr>
            <p:ph type="title"/>
          </p:nvPr>
        </p:nvSpPr>
        <p:spPr>
          <a:xfrm>
            <a:off x="1524333" y="776933"/>
            <a:ext cx="9720800" cy="721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449578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80"/>
        <p:cNvGrpSpPr/>
        <p:nvPr/>
      </p:nvGrpSpPr>
      <p:grpSpPr>
        <a:xfrm>
          <a:off x="0" y="0"/>
          <a:ext cx="0" cy="0"/>
          <a:chOff x="0" y="0"/>
          <a:chExt cx="0" cy="0"/>
        </a:xfrm>
      </p:grpSpPr>
      <p:sp>
        <p:nvSpPr>
          <p:cNvPr id="281" name="Google Shape;281;p17"/>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2" name="Google Shape;282;p17"/>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83" name="Google Shape;283;p17"/>
          <p:cNvSpPr txBox="1">
            <a:spLocks noGrp="1"/>
          </p:cNvSpPr>
          <p:nvPr>
            <p:ph type="subTitle" idx="1"/>
          </p:nvPr>
        </p:nvSpPr>
        <p:spPr>
          <a:xfrm>
            <a:off x="2239233" y="2116859"/>
            <a:ext cx="3345200" cy="70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84" name="Google Shape;284;p17"/>
          <p:cNvSpPr txBox="1">
            <a:spLocks noGrp="1"/>
          </p:cNvSpPr>
          <p:nvPr>
            <p:ph type="subTitle" idx="2"/>
          </p:nvPr>
        </p:nvSpPr>
        <p:spPr>
          <a:xfrm>
            <a:off x="2239233" y="1693200"/>
            <a:ext cx="33452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85" name="Google Shape;285;p17"/>
          <p:cNvSpPr txBox="1">
            <a:spLocks noGrp="1"/>
          </p:cNvSpPr>
          <p:nvPr>
            <p:ph type="subTitle" idx="3"/>
          </p:nvPr>
        </p:nvSpPr>
        <p:spPr>
          <a:xfrm>
            <a:off x="3381713" y="4721801"/>
            <a:ext cx="3345200" cy="70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86" name="Google Shape;286;p17"/>
          <p:cNvSpPr txBox="1">
            <a:spLocks noGrp="1"/>
          </p:cNvSpPr>
          <p:nvPr>
            <p:ph type="subTitle" idx="4"/>
          </p:nvPr>
        </p:nvSpPr>
        <p:spPr>
          <a:xfrm>
            <a:off x="3381715" y="4295267"/>
            <a:ext cx="33452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87" name="Google Shape;287;p17"/>
          <p:cNvSpPr txBox="1">
            <a:spLocks noGrp="1"/>
          </p:cNvSpPr>
          <p:nvPr>
            <p:ph type="subTitle" idx="5"/>
          </p:nvPr>
        </p:nvSpPr>
        <p:spPr>
          <a:xfrm>
            <a:off x="6658800" y="2103568"/>
            <a:ext cx="3345200" cy="70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88" name="Google Shape;288;p17"/>
          <p:cNvSpPr txBox="1">
            <a:spLocks noGrp="1"/>
          </p:cNvSpPr>
          <p:nvPr>
            <p:ph type="subTitle" idx="6"/>
          </p:nvPr>
        </p:nvSpPr>
        <p:spPr>
          <a:xfrm>
            <a:off x="6658800" y="1677033"/>
            <a:ext cx="33452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89" name="Google Shape;289;p17"/>
          <p:cNvSpPr txBox="1">
            <a:spLocks noGrp="1"/>
          </p:cNvSpPr>
          <p:nvPr>
            <p:ph type="subTitle" idx="7"/>
          </p:nvPr>
        </p:nvSpPr>
        <p:spPr>
          <a:xfrm>
            <a:off x="2799967" y="3419332"/>
            <a:ext cx="3345200" cy="70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90" name="Google Shape;290;p17"/>
          <p:cNvSpPr txBox="1">
            <a:spLocks noGrp="1"/>
          </p:cNvSpPr>
          <p:nvPr>
            <p:ph type="subTitle" idx="8"/>
          </p:nvPr>
        </p:nvSpPr>
        <p:spPr>
          <a:xfrm>
            <a:off x="2799967" y="2992784"/>
            <a:ext cx="33452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91" name="Google Shape;291;p17"/>
          <p:cNvSpPr txBox="1">
            <a:spLocks noGrp="1"/>
          </p:cNvSpPr>
          <p:nvPr>
            <p:ph type="subTitle" idx="9"/>
          </p:nvPr>
        </p:nvSpPr>
        <p:spPr>
          <a:xfrm>
            <a:off x="7219533" y="3419332"/>
            <a:ext cx="3345200" cy="70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92" name="Google Shape;292;p17"/>
          <p:cNvSpPr txBox="1">
            <a:spLocks noGrp="1"/>
          </p:cNvSpPr>
          <p:nvPr>
            <p:ph type="subTitle" idx="13"/>
          </p:nvPr>
        </p:nvSpPr>
        <p:spPr>
          <a:xfrm>
            <a:off x="7219533" y="2992784"/>
            <a:ext cx="33452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93" name="Google Shape;293;p17"/>
          <p:cNvSpPr txBox="1">
            <a:spLocks noGrp="1"/>
          </p:cNvSpPr>
          <p:nvPr>
            <p:ph type="subTitle" idx="14"/>
          </p:nvPr>
        </p:nvSpPr>
        <p:spPr>
          <a:xfrm>
            <a:off x="7795647" y="4735092"/>
            <a:ext cx="3345200" cy="708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
        <p:nvSpPr>
          <p:cNvPr id="294" name="Google Shape;294;p17"/>
          <p:cNvSpPr txBox="1">
            <a:spLocks noGrp="1"/>
          </p:cNvSpPr>
          <p:nvPr>
            <p:ph type="subTitle" idx="15"/>
          </p:nvPr>
        </p:nvSpPr>
        <p:spPr>
          <a:xfrm>
            <a:off x="7795648" y="4311433"/>
            <a:ext cx="3345200" cy="451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2000"/>
              <a:buNone/>
              <a:defRPr sz="2667">
                <a:solidFill>
                  <a:schemeClr val="accent1"/>
                </a:solidFill>
              </a:defRPr>
            </a:lvl1pPr>
            <a:lvl2pPr lvl="1" rtl="0">
              <a:spcBef>
                <a:spcPts val="0"/>
              </a:spcBef>
              <a:spcAft>
                <a:spcPts val="0"/>
              </a:spcAft>
              <a:buClr>
                <a:schemeClr val="dk1"/>
              </a:buClr>
              <a:buSzPts val="2000"/>
              <a:buNone/>
              <a:defRPr sz="2667">
                <a:solidFill>
                  <a:schemeClr val="dk1"/>
                </a:solidFill>
              </a:defRPr>
            </a:lvl2pPr>
            <a:lvl3pPr lvl="2" rtl="0">
              <a:spcBef>
                <a:spcPts val="0"/>
              </a:spcBef>
              <a:spcAft>
                <a:spcPts val="0"/>
              </a:spcAft>
              <a:buClr>
                <a:schemeClr val="dk1"/>
              </a:buClr>
              <a:buSzPts val="2000"/>
              <a:buNone/>
              <a:defRPr sz="2667">
                <a:solidFill>
                  <a:schemeClr val="dk1"/>
                </a:solidFill>
              </a:defRPr>
            </a:lvl3pPr>
            <a:lvl4pPr lvl="3" rtl="0">
              <a:spcBef>
                <a:spcPts val="0"/>
              </a:spcBef>
              <a:spcAft>
                <a:spcPts val="0"/>
              </a:spcAft>
              <a:buClr>
                <a:schemeClr val="dk1"/>
              </a:buClr>
              <a:buSzPts val="2000"/>
              <a:buNone/>
              <a:defRPr sz="2667">
                <a:solidFill>
                  <a:schemeClr val="dk1"/>
                </a:solidFill>
              </a:defRPr>
            </a:lvl4pPr>
            <a:lvl5pPr lvl="4" rtl="0">
              <a:spcBef>
                <a:spcPts val="0"/>
              </a:spcBef>
              <a:spcAft>
                <a:spcPts val="0"/>
              </a:spcAft>
              <a:buClr>
                <a:schemeClr val="dk1"/>
              </a:buClr>
              <a:buSzPts val="2000"/>
              <a:buNone/>
              <a:defRPr sz="2667">
                <a:solidFill>
                  <a:schemeClr val="dk1"/>
                </a:solidFill>
              </a:defRPr>
            </a:lvl5pPr>
            <a:lvl6pPr lvl="5" rtl="0">
              <a:spcBef>
                <a:spcPts val="0"/>
              </a:spcBef>
              <a:spcAft>
                <a:spcPts val="0"/>
              </a:spcAft>
              <a:buClr>
                <a:schemeClr val="dk1"/>
              </a:buClr>
              <a:buSzPts val="2000"/>
              <a:buNone/>
              <a:defRPr sz="2667">
                <a:solidFill>
                  <a:schemeClr val="dk1"/>
                </a:solidFill>
              </a:defRPr>
            </a:lvl6pPr>
            <a:lvl7pPr lvl="6" rtl="0">
              <a:spcBef>
                <a:spcPts val="0"/>
              </a:spcBef>
              <a:spcAft>
                <a:spcPts val="0"/>
              </a:spcAft>
              <a:buClr>
                <a:schemeClr val="dk1"/>
              </a:buClr>
              <a:buSzPts val="2000"/>
              <a:buNone/>
              <a:defRPr sz="2667">
                <a:solidFill>
                  <a:schemeClr val="dk1"/>
                </a:solidFill>
              </a:defRPr>
            </a:lvl7pPr>
            <a:lvl8pPr lvl="7" rtl="0">
              <a:spcBef>
                <a:spcPts val="0"/>
              </a:spcBef>
              <a:spcAft>
                <a:spcPts val="0"/>
              </a:spcAft>
              <a:buClr>
                <a:schemeClr val="dk1"/>
              </a:buClr>
              <a:buSzPts val="2000"/>
              <a:buNone/>
              <a:defRPr sz="2667">
                <a:solidFill>
                  <a:schemeClr val="dk1"/>
                </a:solidFill>
              </a:defRPr>
            </a:lvl8pPr>
            <a:lvl9pPr lvl="8" rtl="0">
              <a:spcBef>
                <a:spcPts val="0"/>
              </a:spcBef>
              <a:spcAft>
                <a:spcPts val="0"/>
              </a:spcAft>
              <a:buClr>
                <a:schemeClr val="dk1"/>
              </a:buClr>
              <a:buSzPts val="2000"/>
              <a:buNone/>
              <a:defRPr sz="2667">
                <a:solidFill>
                  <a:schemeClr val="dk1"/>
                </a:solidFill>
              </a:defRPr>
            </a:lvl9pPr>
          </a:lstStyle>
          <a:p>
            <a:r>
              <a:rPr lang="en-US"/>
              <a:t>Click to edit Master subtitle style</a:t>
            </a:r>
            <a:endParaRPr/>
          </a:p>
        </p:txBody>
      </p:sp>
      <p:sp>
        <p:nvSpPr>
          <p:cNvPr id="295" name="Google Shape;295;p17"/>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296" name="Google Shape;296;p17"/>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297" name="Google Shape;297;p17"/>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298" name="Google Shape;298;p17"/>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299" name="Google Shape;299;p17"/>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300" name="Google Shape;300;p17"/>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301" name="Google Shape;301;p17"/>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302" name="Google Shape;302;p17"/>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303" name="Google Shape;303;p17"/>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304" name="Google Shape;304;p17"/>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305" name="Google Shape;305;p17"/>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306" name="Google Shape;306;p17"/>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307" name="Google Shape;307;p17"/>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308" name="Google Shape;308;p17"/>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309" name="Google Shape;309;p17"/>
          <p:cNvSpPr txBox="1">
            <a:spLocks noGrp="1"/>
          </p:cNvSpPr>
          <p:nvPr>
            <p:ph type="title"/>
          </p:nvPr>
        </p:nvSpPr>
        <p:spPr>
          <a:xfrm>
            <a:off x="1524333" y="776933"/>
            <a:ext cx="9720800" cy="721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8048888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310"/>
        <p:cNvGrpSpPr/>
        <p:nvPr/>
      </p:nvGrpSpPr>
      <p:grpSpPr>
        <a:xfrm>
          <a:off x="0" y="0"/>
          <a:ext cx="0" cy="0"/>
          <a:chOff x="0" y="0"/>
          <a:chExt cx="0" cy="0"/>
        </a:xfrm>
      </p:grpSpPr>
      <p:sp>
        <p:nvSpPr>
          <p:cNvPr id="311" name="Google Shape;311;p18"/>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2" name="Google Shape;312;p18"/>
          <p:cNvSpPr/>
          <p:nvPr/>
        </p:nvSpPr>
        <p:spPr>
          <a:xfrm>
            <a:off x="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3" name="Google Shape;313;p18"/>
          <p:cNvSpPr txBox="1">
            <a:spLocks noGrp="1"/>
          </p:cNvSpPr>
          <p:nvPr>
            <p:ph type="title" hasCustomPrompt="1"/>
          </p:nvPr>
        </p:nvSpPr>
        <p:spPr>
          <a:xfrm>
            <a:off x="1512267" y="915000"/>
            <a:ext cx="7121600" cy="8500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6667">
                <a:solidFill>
                  <a:schemeClr val="dk2"/>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314" name="Google Shape;314;p18"/>
          <p:cNvSpPr txBox="1">
            <a:spLocks noGrp="1"/>
          </p:cNvSpPr>
          <p:nvPr>
            <p:ph type="subTitle" idx="1"/>
          </p:nvPr>
        </p:nvSpPr>
        <p:spPr>
          <a:xfrm>
            <a:off x="2219300" y="1765000"/>
            <a:ext cx="6414400" cy="531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2400">
                <a:solidFill>
                  <a:schemeClr val="accent3"/>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315" name="Google Shape;315;p18"/>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316" name="Google Shape;316;p18"/>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317" name="Google Shape;317;p18"/>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318" name="Google Shape;318;p18"/>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319" name="Google Shape;319;p18"/>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320" name="Google Shape;320;p18"/>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321" name="Google Shape;321;p18"/>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322" name="Google Shape;322;p18"/>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323" name="Google Shape;323;p18"/>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324" name="Google Shape;324;p18"/>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325" name="Google Shape;325;p18"/>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326" name="Google Shape;326;p18"/>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327" name="Google Shape;327;p18"/>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328" name="Google Shape;328;p18"/>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329" name="Google Shape;329;p18"/>
          <p:cNvSpPr txBox="1">
            <a:spLocks noGrp="1"/>
          </p:cNvSpPr>
          <p:nvPr>
            <p:ph type="title" idx="2" hasCustomPrompt="1"/>
          </p:nvPr>
        </p:nvSpPr>
        <p:spPr>
          <a:xfrm>
            <a:off x="2801167" y="2688233"/>
            <a:ext cx="68080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accent2"/>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330" name="Google Shape;330;p18"/>
          <p:cNvSpPr txBox="1">
            <a:spLocks noGrp="1"/>
          </p:cNvSpPr>
          <p:nvPr>
            <p:ph type="subTitle" idx="3"/>
          </p:nvPr>
        </p:nvSpPr>
        <p:spPr>
          <a:xfrm>
            <a:off x="2801167" y="3341821"/>
            <a:ext cx="6808000" cy="531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2133">
                <a:solidFill>
                  <a:schemeClr val="accent3"/>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
        <p:nvSpPr>
          <p:cNvPr id="331" name="Google Shape;331;p18"/>
          <p:cNvSpPr txBox="1">
            <a:spLocks noGrp="1"/>
          </p:cNvSpPr>
          <p:nvPr>
            <p:ph type="title" idx="4" hasCustomPrompt="1"/>
          </p:nvPr>
        </p:nvSpPr>
        <p:spPr>
          <a:xfrm>
            <a:off x="2801167" y="4018612"/>
            <a:ext cx="6808000" cy="6536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4000">
                <a:solidFill>
                  <a:schemeClr val="accent1"/>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332" name="Google Shape;332;p18"/>
          <p:cNvSpPr txBox="1">
            <a:spLocks noGrp="1"/>
          </p:cNvSpPr>
          <p:nvPr>
            <p:ph type="subTitle" idx="5"/>
          </p:nvPr>
        </p:nvSpPr>
        <p:spPr>
          <a:xfrm>
            <a:off x="2801167" y="4672200"/>
            <a:ext cx="6808000" cy="5316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400"/>
              <a:buNone/>
              <a:defRPr sz="2133">
                <a:solidFill>
                  <a:schemeClr val="accent3"/>
                </a:solidFill>
              </a:defRPr>
            </a:lvl1pPr>
            <a:lvl2pPr lvl="1" rtl="0">
              <a:spcBef>
                <a:spcPts val="0"/>
              </a:spcBef>
              <a:spcAft>
                <a:spcPts val="0"/>
              </a:spcAft>
              <a:buClr>
                <a:schemeClr val="dk1"/>
              </a:buClr>
              <a:buSzPts val="1400"/>
              <a:buNone/>
              <a:defRPr>
                <a:solidFill>
                  <a:schemeClr val="dk1"/>
                </a:solidFill>
              </a:defRPr>
            </a:lvl2pPr>
            <a:lvl3pPr lvl="2" rtl="0">
              <a:spcBef>
                <a:spcPts val="0"/>
              </a:spcBef>
              <a:spcAft>
                <a:spcPts val="0"/>
              </a:spcAft>
              <a:buClr>
                <a:schemeClr val="dk1"/>
              </a:buClr>
              <a:buSzPts val="1400"/>
              <a:buNone/>
              <a:defRPr>
                <a:solidFill>
                  <a:schemeClr val="dk1"/>
                </a:solidFill>
              </a:defRPr>
            </a:lvl3pPr>
            <a:lvl4pPr lvl="3" rtl="0">
              <a:spcBef>
                <a:spcPts val="0"/>
              </a:spcBef>
              <a:spcAft>
                <a:spcPts val="0"/>
              </a:spcAft>
              <a:buClr>
                <a:schemeClr val="dk1"/>
              </a:buClr>
              <a:buSzPts val="1400"/>
              <a:buNone/>
              <a:defRPr>
                <a:solidFill>
                  <a:schemeClr val="dk1"/>
                </a:solidFill>
              </a:defRPr>
            </a:lvl4pPr>
            <a:lvl5pPr lvl="4" rtl="0">
              <a:spcBef>
                <a:spcPts val="0"/>
              </a:spcBef>
              <a:spcAft>
                <a:spcPts val="0"/>
              </a:spcAft>
              <a:buClr>
                <a:schemeClr val="dk1"/>
              </a:buClr>
              <a:buSzPts val="1400"/>
              <a:buNone/>
              <a:defRPr>
                <a:solidFill>
                  <a:schemeClr val="dk1"/>
                </a:solidFill>
              </a:defRPr>
            </a:lvl5pPr>
            <a:lvl6pPr lvl="5" rtl="0">
              <a:spcBef>
                <a:spcPts val="0"/>
              </a:spcBef>
              <a:spcAft>
                <a:spcPts val="0"/>
              </a:spcAft>
              <a:buClr>
                <a:schemeClr val="dk1"/>
              </a:buClr>
              <a:buSzPts val="1400"/>
              <a:buNone/>
              <a:defRPr>
                <a:solidFill>
                  <a:schemeClr val="dk1"/>
                </a:solidFill>
              </a:defRPr>
            </a:lvl6pPr>
            <a:lvl7pPr lvl="6" rtl="0">
              <a:spcBef>
                <a:spcPts val="0"/>
              </a:spcBef>
              <a:spcAft>
                <a:spcPts val="0"/>
              </a:spcAft>
              <a:buClr>
                <a:schemeClr val="dk1"/>
              </a:buClr>
              <a:buSzPts val="1400"/>
              <a:buNone/>
              <a:defRPr>
                <a:solidFill>
                  <a:schemeClr val="dk1"/>
                </a:solidFill>
              </a:defRPr>
            </a:lvl7pPr>
            <a:lvl8pPr lvl="7" rtl="0">
              <a:spcBef>
                <a:spcPts val="0"/>
              </a:spcBef>
              <a:spcAft>
                <a:spcPts val="0"/>
              </a:spcAft>
              <a:buClr>
                <a:schemeClr val="dk1"/>
              </a:buClr>
              <a:buSzPts val="1400"/>
              <a:buNone/>
              <a:defRPr>
                <a:solidFill>
                  <a:schemeClr val="dk1"/>
                </a:solidFill>
              </a:defRPr>
            </a:lvl8pPr>
            <a:lvl9pPr lvl="8" rtl="0">
              <a:spcBef>
                <a:spcPts val="0"/>
              </a:spcBef>
              <a:spcAft>
                <a:spcPts val="0"/>
              </a:spcAft>
              <a:buClr>
                <a:schemeClr val="dk1"/>
              </a:buClr>
              <a:buSzPts val="1400"/>
              <a:buNone/>
              <a:defRPr>
                <a:solidFill>
                  <a:schemeClr val="dk1"/>
                </a:solidFill>
              </a:defRPr>
            </a:lvl9pPr>
          </a:lstStyle>
          <a:p>
            <a:r>
              <a:rPr lang="en-US"/>
              <a:t>Click to edit Master subtitle style</a:t>
            </a:r>
            <a:endParaRPr/>
          </a:p>
        </p:txBody>
      </p:sp>
    </p:spTree>
    <p:extLst>
      <p:ext uri="{BB962C8B-B14F-4D97-AF65-F5344CB8AC3E}">
        <p14:creationId xmlns:p14="http://schemas.microsoft.com/office/powerpoint/2010/main" val="4588492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333"/>
        <p:cNvGrpSpPr/>
        <p:nvPr/>
      </p:nvGrpSpPr>
      <p:grpSpPr>
        <a:xfrm>
          <a:off x="0" y="0"/>
          <a:ext cx="0" cy="0"/>
          <a:chOff x="0" y="0"/>
          <a:chExt cx="0" cy="0"/>
        </a:xfrm>
      </p:grpSpPr>
      <p:sp>
        <p:nvSpPr>
          <p:cNvPr id="334" name="Google Shape;334;p19"/>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5" name="Google Shape;335;p19"/>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6" name="Google Shape;336;p19"/>
          <p:cNvSpPr txBox="1">
            <a:spLocks noGrp="1"/>
          </p:cNvSpPr>
          <p:nvPr>
            <p:ph type="body" idx="1"/>
          </p:nvPr>
        </p:nvSpPr>
        <p:spPr>
          <a:xfrm>
            <a:off x="4408267" y="2970117"/>
            <a:ext cx="6259200" cy="1002400"/>
          </a:xfrm>
          <a:prstGeom prst="rect">
            <a:avLst/>
          </a:prstGeom>
        </p:spPr>
        <p:txBody>
          <a:bodyPr spcFirstLastPara="1" wrap="square" lIns="91425" tIns="91425" rIns="91425" bIns="91425" anchor="ctr" anchorCtr="0">
            <a:noAutofit/>
          </a:bodyPr>
          <a:lstStyle>
            <a:lvl1pPr marL="609585" lvl="0" indent="-406390" rtl="0">
              <a:lnSpc>
                <a:spcPct val="100000"/>
              </a:lnSpc>
              <a:spcBef>
                <a:spcPts val="0"/>
              </a:spcBef>
              <a:spcAft>
                <a:spcPts val="0"/>
              </a:spcAft>
              <a:buClr>
                <a:schemeClr val="accent1"/>
              </a:buClr>
              <a:buSzPts val="1200"/>
              <a:buChar char="∗"/>
              <a:defRPr/>
            </a:lvl1pPr>
            <a:lvl2pPr marL="1219170" lvl="1" indent="-423323" rtl="0">
              <a:lnSpc>
                <a:spcPct val="100000"/>
              </a:lnSpc>
              <a:spcBef>
                <a:spcPts val="0"/>
              </a:spcBef>
              <a:spcAft>
                <a:spcPts val="0"/>
              </a:spcAft>
              <a:buClr>
                <a:schemeClr val="lt2"/>
              </a:buClr>
              <a:buSzPts val="1400"/>
              <a:buFont typeface="Montserrat"/>
              <a:buChar char="○"/>
              <a:defRPr/>
            </a:lvl2pPr>
            <a:lvl3pPr marL="1828754" lvl="2" indent="-423323" rtl="0">
              <a:spcBef>
                <a:spcPts val="0"/>
              </a:spcBef>
              <a:spcAft>
                <a:spcPts val="0"/>
              </a:spcAft>
              <a:buClr>
                <a:schemeClr val="lt2"/>
              </a:buClr>
              <a:buSzPts val="1400"/>
              <a:buFont typeface="Montserrat"/>
              <a:buChar char="■"/>
              <a:defRPr/>
            </a:lvl3pPr>
            <a:lvl4pPr marL="2438339" lvl="3" indent="-423323" rtl="0">
              <a:spcBef>
                <a:spcPts val="0"/>
              </a:spcBef>
              <a:spcAft>
                <a:spcPts val="0"/>
              </a:spcAft>
              <a:buClr>
                <a:schemeClr val="lt2"/>
              </a:buClr>
              <a:buSzPts val="1400"/>
              <a:buFont typeface="Montserrat"/>
              <a:buChar char="●"/>
              <a:defRPr/>
            </a:lvl4pPr>
            <a:lvl5pPr marL="3047924" lvl="4" indent="-423323" rtl="0">
              <a:spcBef>
                <a:spcPts val="0"/>
              </a:spcBef>
              <a:spcAft>
                <a:spcPts val="0"/>
              </a:spcAft>
              <a:buClr>
                <a:schemeClr val="lt2"/>
              </a:buClr>
              <a:buSzPts val="1400"/>
              <a:buFont typeface="Montserrat"/>
              <a:buChar char="○"/>
              <a:defRPr/>
            </a:lvl5pPr>
            <a:lvl6pPr marL="3657509" lvl="5" indent="-423323" rtl="0">
              <a:spcBef>
                <a:spcPts val="0"/>
              </a:spcBef>
              <a:spcAft>
                <a:spcPts val="0"/>
              </a:spcAft>
              <a:buClr>
                <a:schemeClr val="lt2"/>
              </a:buClr>
              <a:buSzPts val="1400"/>
              <a:buFont typeface="Montserrat"/>
              <a:buChar char="■"/>
              <a:defRPr/>
            </a:lvl6pPr>
            <a:lvl7pPr marL="4267093" lvl="6" indent="-423323" rtl="0">
              <a:spcBef>
                <a:spcPts val="0"/>
              </a:spcBef>
              <a:spcAft>
                <a:spcPts val="0"/>
              </a:spcAft>
              <a:buClr>
                <a:schemeClr val="lt2"/>
              </a:buClr>
              <a:buSzPts val="1400"/>
              <a:buFont typeface="Montserrat"/>
              <a:buChar char="●"/>
              <a:defRPr/>
            </a:lvl7pPr>
            <a:lvl8pPr marL="4876678" lvl="7" indent="-423323" rtl="0">
              <a:spcBef>
                <a:spcPts val="0"/>
              </a:spcBef>
              <a:spcAft>
                <a:spcPts val="0"/>
              </a:spcAft>
              <a:buClr>
                <a:schemeClr val="lt2"/>
              </a:buClr>
              <a:buSzPts val="1400"/>
              <a:buFont typeface="Montserrat"/>
              <a:buChar char="○"/>
              <a:defRPr/>
            </a:lvl8pPr>
            <a:lvl9pPr marL="5486263" lvl="8" indent="-423323" rtl="0">
              <a:spcBef>
                <a:spcPts val="0"/>
              </a:spcBef>
              <a:spcAft>
                <a:spcPts val="0"/>
              </a:spcAft>
              <a:buClr>
                <a:schemeClr val="lt2"/>
              </a:buClr>
              <a:buSzPts val="1400"/>
              <a:buFont typeface="Montserrat"/>
              <a:buChar char="■"/>
              <a:defRPr/>
            </a:lvl9pPr>
          </a:lstStyle>
          <a:p>
            <a:pPr lvl="0"/>
            <a:r>
              <a:rPr lang="en-US"/>
              <a:t>Click to edit Master text styles</a:t>
            </a:r>
          </a:p>
        </p:txBody>
      </p:sp>
      <p:sp>
        <p:nvSpPr>
          <p:cNvPr id="337" name="Google Shape;337;p19"/>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338" name="Google Shape;338;p19"/>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339" name="Google Shape;339;p19"/>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340" name="Google Shape;340;p19"/>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341" name="Google Shape;341;p19"/>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342" name="Google Shape;342;p19"/>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343" name="Google Shape;343;p19"/>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344" name="Google Shape;344;p19"/>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345" name="Google Shape;345;p19"/>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346" name="Google Shape;346;p19"/>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347" name="Google Shape;347;p19"/>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348" name="Google Shape;348;p19"/>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349" name="Google Shape;349;p19"/>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350" name="Google Shape;350;p19"/>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351" name="Google Shape;351;p19"/>
          <p:cNvSpPr txBox="1">
            <a:spLocks noGrp="1"/>
          </p:cNvSpPr>
          <p:nvPr>
            <p:ph type="title"/>
          </p:nvPr>
        </p:nvSpPr>
        <p:spPr>
          <a:xfrm>
            <a:off x="1524333" y="776933"/>
            <a:ext cx="9720800" cy="721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52" name="Google Shape;352;p19"/>
          <p:cNvSpPr txBox="1">
            <a:spLocks noGrp="1"/>
          </p:cNvSpPr>
          <p:nvPr>
            <p:ph type="title" idx="2" hasCustomPrompt="1"/>
          </p:nvPr>
        </p:nvSpPr>
        <p:spPr>
          <a:xfrm flipH="1">
            <a:off x="2788267" y="3163017"/>
            <a:ext cx="1620000" cy="6164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667">
                <a:solidFill>
                  <a:schemeClr val="accent2"/>
                </a:solidFill>
              </a:defRPr>
            </a:lvl1pPr>
            <a:lvl2pPr lvl="1" algn="r" rtl="0">
              <a:spcBef>
                <a:spcPts val="0"/>
              </a:spcBef>
              <a:spcAft>
                <a:spcPts val="0"/>
              </a:spcAft>
              <a:buSzPts val="2500"/>
              <a:buNone/>
              <a:defRPr sz="3333"/>
            </a:lvl2pPr>
            <a:lvl3pPr lvl="2" algn="r" rtl="0">
              <a:spcBef>
                <a:spcPts val="0"/>
              </a:spcBef>
              <a:spcAft>
                <a:spcPts val="0"/>
              </a:spcAft>
              <a:buSzPts val="2500"/>
              <a:buNone/>
              <a:defRPr sz="3333"/>
            </a:lvl3pPr>
            <a:lvl4pPr lvl="3" algn="r" rtl="0">
              <a:spcBef>
                <a:spcPts val="0"/>
              </a:spcBef>
              <a:spcAft>
                <a:spcPts val="0"/>
              </a:spcAft>
              <a:buSzPts val="2500"/>
              <a:buNone/>
              <a:defRPr sz="3333"/>
            </a:lvl4pPr>
            <a:lvl5pPr lvl="4" algn="r" rtl="0">
              <a:spcBef>
                <a:spcPts val="0"/>
              </a:spcBef>
              <a:spcAft>
                <a:spcPts val="0"/>
              </a:spcAft>
              <a:buSzPts val="2500"/>
              <a:buNone/>
              <a:defRPr sz="3333"/>
            </a:lvl5pPr>
            <a:lvl6pPr lvl="5" algn="r" rtl="0">
              <a:spcBef>
                <a:spcPts val="0"/>
              </a:spcBef>
              <a:spcAft>
                <a:spcPts val="0"/>
              </a:spcAft>
              <a:buSzPts val="2500"/>
              <a:buNone/>
              <a:defRPr sz="3333"/>
            </a:lvl6pPr>
            <a:lvl7pPr lvl="6" algn="r" rtl="0">
              <a:spcBef>
                <a:spcPts val="0"/>
              </a:spcBef>
              <a:spcAft>
                <a:spcPts val="0"/>
              </a:spcAft>
              <a:buSzPts val="2500"/>
              <a:buNone/>
              <a:defRPr sz="3333"/>
            </a:lvl7pPr>
            <a:lvl8pPr lvl="7" algn="r" rtl="0">
              <a:spcBef>
                <a:spcPts val="0"/>
              </a:spcBef>
              <a:spcAft>
                <a:spcPts val="0"/>
              </a:spcAft>
              <a:buSzPts val="2500"/>
              <a:buNone/>
              <a:defRPr sz="3333"/>
            </a:lvl8pPr>
            <a:lvl9pPr lvl="8" algn="r" rtl="0">
              <a:spcBef>
                <a:spcPts val="0"/>
              </a:spcBef>
              <a:spcAft>
                <a:spcPts val="0"/>
              </a:spcAft>
              <a:buSzPts val="2500"/>
              <a:buNone/>
              <a:defRPr sz="3333"/>
            </a:lvl9pPr>
          </a:lstStyle>
          <a:p>
            <a:r>
              <a:t>xx%</a:t>
            </a:r>
          </a:p>
        </p:txBody>
      </p:sp>
      <p:sp>
        <p:nvSpPr>
          <p:cNvPr id="353" name="Google Shape;353;p19"/>
          <p:cNvSpPr txBox="1">
            <a:spLocks noGrp="1"/>
          </p:cNvSpPr>
          <p:nvPr>
            <p:ph type="body" idx="3"/>
          </p:nvPr>
        </p:nvSpPr>
        <p:spPr>
          <a:xfrm>
            <a:off x="4986133" y="4219233"/>
            <a:ext cx="6259200" cy="1002400"/>
          </a:xfrm>
          <a:prstGeom prst="rect">
            <a:avLst/>
          </a:prstGeom>
        </p:spPr>
        <p:txBody>
          <a:bodyPr spcFirstLastPara="1" wrap="square" lIns="91425" tIns="91425" rIns="91425" bIns="91425" anchor="ctr" anchorCtr="0">
            <a:noAutofit/>
          </a:bodyPr>
          <a:lstStyle>
            <a:lvl1pPr marL="609585" lvl="0" indent="-406390" rtl="0">
              <a:lnSpc>
                <a:spcPct val="100000"/>
              </a:lnSpc>
              <a:spcBef>
                <a:spcPts val="0"/>
              </a:spcBef>
              <a:spcAft>
                <a:spcPts val="0"/>
              </a:spcAft>
              <a:buClr>
                <a:schemeClr val="accent1"/>
              </a:buClr>
              <a:buSzPts val="1200"/>
              <a:buChar char="∗"/>
              <a:defRPr/>
            </a:lvl1pPr>
            <a:lvl2pPr marL="1219170" lvl="1" indent="-423323" rtl="0">
              <a:lnSpc>
                <a:spcPct val="100000"/>
              </a:lnSpc>
              <a:spcBef>
                <a:spcPts val="0"/>
              </a:spcBef>
              <a:spcAft>
                <a:spcPts val="0"/>
              </a:spcAft>
              <a:buClr>
                <a:schemeClr val="lt2"/>
              </a:buClr>
              <a:buSzPts val="1400"/>
              <a:buFont typeface="Montserrat"/>
              <a:buChar char="○"/>
              <a:defRPr/>
            </a:lvl2pPr>
            <a:lvl3pPr marL="1828754" lvl="2" indent="-423323" rtl="0">
              <a:spcBef>
                <a:spcPts val="0"/>
              </a:spcBef>
              <a:spcAft>
                <a:spcPts val="0"/>
              </a:spcAft>
              <a:buClr>
                <a:schemeClr val="lt2"/>
              </a:buClr>
              <a:buSzPts val="1400"/>
              <a:buFont typeface="Montserrat"/>
              <a:buChar char="■"/>
              <a:defRPr/>
            </a:lvl3pPr>
            <a:lvl4pPr marL="2438339" lvl="3" indent="-423323" rtl="0">
              <a:spcBef>
                <a:spcPts val="0"/>
              </a:spcBef>
              <a:spcAft>
                <a:spcPts val="0"/>
              </a:spcAft>
              <a:buClr>
                <a:schemeClr val="lt2"/>
              </a:buClr>
              <a:buSzPts val="1400"/>
              <a:buFont typeface="Montserrat"/>
              <a:buChar char="●"/>
              <a:defRPr/>
            </a:lvl4pPr>
            <a:lvl5pPr marL="3047924" lvl="4" indent="-423323" rtl="0">
              <a:spcBef>
                <a:spcPts val="0"/>
              </a:spcBef>
              <a:spcAft>
                <a:spcPts val="0"/>
              </a:spcAft>
              <a:buClr>
                <a:schemeClr val="lt2"/>
              </a:buClr>
              <a:buSzPts val="1400"/>
              <a:buFont typeface="Montserrat"/>
              <a:buChar char="○"/>
              <a:defRPr/>
            </a:lvl5pPr>
            <a:lvl6pPr marL="3657509" lvl="5" indent="-423323" rtl="0">
              <a:spcBef>
                <a:spcPts val="0"/>
              </a:spcBef>
              <a:spcAft>
                <a:spcPts val="0"/>
              </a:spcAft>
              <a:buClr>
                <a:schemeClr val="lt2"/>
              </a:buClr>
              <a:buSzPts val="1400"/>
              <a:buFont typeface="Montserrat"/>
              <a:buChar char="■"/>
              <a:defRPr/>
            </a:lvl6pPr>
            <a:lvl7pPr marL="4267093" lvl="6" indent="-423323" rtl="0">
              <a:spcBef>
                <a:spcPts val="0"/>
              </a:spcBef>
              <a:spcAft>
                <a:spcPts val="0"/>
              </a:spcAft>
              <a:buClr>
                <a:schemeClr val="lt2"/>
              </a:buClr>
              <a:buSzPts val="1400"/>
              <a:buFont typeface="Montserrat"/>
              <a:buChar char="●"/>
              <a:defRPr/>
            </a:lvl7pPr>
            <a:lvl8pPr marL="4876678" lvl="7" indent="-423323" rtl="0">
              <a:spcBef>
                <a:spcPts val="0"/>
              </a:spcBef>
              <a:spcAft>
                <a:spcPts val="0"/>
              </a:spcAft>
              <a:buClr>
                <a:schemeClr val="lt2"/>
              </a:buClr>
              <a:buSzPts val="1400"/>
              <a:buFont typeface="Montserrat"/>
              <a:buChar char="○"/>
              <a:defRPr/>
            </a:lvl8pPr>
            <a:lvl9pPr marL="5486263" lvl="8" indent="-423323" rtl="0">
              <a:spcBef>
                <a:spcPts val="0"/>
              </a:spcBef>
              <a:spcAft>
                <a:spcPts val="0"/>
              </a:spcAft>
              <a:buClr>
                <a:schemeClr val="lt2"/>
              </a:buClr>
              <a:buSzPts val="1400"/>
              <a:buFont typeface="Montserrat"/>
              <a:buChar char="■"/>
              <a:defRPr/>
            </a:lvl9pPr>
          </a:lstStyle>
          <a:p>
            <a:pPr lvl="0"/>
            <a:r>
              <a:rPr lang="en-US"/>
              <a:t>Click to edit Master text styles</a:t>
            </a:r>
          </a:p>
        </p:txBody>
      </p:sp>
      <p:sp>
        <p:nvSpPr>
          <p:cNvPr id="354" name="Google Shape;354;p19"/>
          <p:cNvSpPr txBox="1">
            <a:spLocks noGrp="1"/>
          </p:cNvSpPr>
          <p:nvPr>
            <p:ph type="title" idx="4" hasCustomPrompt="1"/>
          </p:nvPr>
        </p:nvSpPr>
        <p:spPr>
          <a:xfrm flipH="1">
            <a:off x="3366133" y="4412233"/>
            <a:ext cx="1620000" cy="616400"/>
          </a:xfrm>
          <a:prstGeom prst="rect">
            <a:avLst/>
          </a:prstGeom>
        </p:spPr>
        <p:txBody>
          <a:bodyPr spcFirstLastPara="1" wrap="square" lIns="91425" tIns="91425" rIns="91425" bIns="91425" anchor="ctr" anchorCtr="0">
            <a:noAutofit/>
          </a:bodyPr>
          <a:lstStyle>
            <a:lvl1pPr lvl="0" rtl="0">
              <a:spcBef>
                <a:spcPts val="0"/>
              </a:spcBef>
              <a:spcAft>
                <a:spcPts val="0"/>
              </a:spcAft>
              <a:buSzPts val="2500"/>
              <a:buNone/>
              <a:defRPr sz="2667">
                <a:solidFill>
                  <a:schemeClr val="accent2"/>
                </a:solidFill>
              </a:defRPr>
            </a:lvl1pPr>
            <a:lvl2pPr lvl="1" algn="r" rtl="0">
              <a:spcBef>
                <a:spcPts val="0"/>
              </a:spcBef>
              <a:spcAft>
                <a:spcPts val="0"/>
              </a:spcAft>
              <a:buSzPts val="2500"/>
              <a:buNone/>
              <a:defRPr sz="3333"/>
            </a:lvl2pPr>
            <a:lvl3pPr lvl="2" algn="r" rtl="0">
              <a:spcBef>
                <a:spcPts val="0"/>
              </a:spcBef>
              <a:spcAft>
                <a:spcPts val="0"/>
              </a:spcAft>
              <a:buSzPts val="2500"/>
              <a:buNone/>
              <a:defRPr sz="3333"/>
            </a:lvl3pPr>
            <a:lvl4pPr lvl="3" algn="r" rtl="0">
              <a:spcBef>
                <a:spcPts val="0"/>
              </a:spcBef>
              <a:spcAft>
                <a:spcPts val="0"/>
              </a:spcAft>
              <a:buSzPts val="2500"/>
              <a:buNone/>
              <a:defRPr sz="3333"/>
            </a:lvl4pPr>
            <a:lvl5pPr lvl="4" algn="r" rtl="0">
              <a:spcBef>
                <a:spcPts val="0"/>
              </a:spcBef>
              <a:spcAft>
                <a:spcPts val="0"/>
              </a:spcAft>
              <a:buSzPts val="2500"/>
              <a:buNone/>
              <a:defRPr sz="3333"/>
            </a:lvl5pPr>
            <a:lvl6pPr lvl="5" algn="r" rtl="0">
              <a:spcBef>
                <a:spcPts val="0"/>
              </a:spcBef>
              <a:spcAft>
                <a:spcPts val="0"/>
              </a:spcAft>
              <a:buSzPts val="2500"/>
              <a:buNone/>
              <a:defRPr sz="3333"/>
            </a:lvl6pPr>
            <a:lvl7pPr lvl="6" algn="r" rtl="0">
              <a:spcBef>
                <a:spcPts val="0"/>
              </a:spcBef>
              <a:spcAft>
                <a:spcPts val="0"/>
              </a:spcAft>
              <a:buSzPts val="2500"/>
              <a:buNone/>
              <a:defRPr sz="3333"/>
            </a:lvl7pPr>
            <a:lvl8pPr lvl="7" algn="r" rtl="0">
              <a:spcBef>
                <a:spcPts val="0"/>
              </a:spcBef>
              <a:spcAft>
                <a:spcPts val="0"/>
              </a:spcAft>
              <a:buSzPts val="2500"/>
              <a:buNone/>
              <a:defRPr sz="3333"/>
            </a:lvl8pPr>
            <a:lvl9pPr lvl="8" algn="r" rtl="0">
              <a:spcBef>
                <a:spcPts val="0"/>
              </a:spcBef>
              <a:spcAft>
                <a:spcPts val="0"/>
              </a:spcAft>
              <a:buSzPts val="2500"/>
              <a:buNone/>
              <a:defRPr sz="3333"/>
            </a:lvl9pPr>
          </a:lstStyle>
          <a:p>
            <a:r>
              <a:t>xx%</a:t>
            </a:r>
          </a:p>
        </p:txBody>
      </p:sp>
      <p:sp>
        <p:nvSpPr>
          <p:cNvPr id="355" name="Google Shape;355;p19"/>
          <p:cNvSpPr txBox="1">
            <a:spLocks noGrp="1"/>
          </p:cNvSpPr>
          <p:nvPr>
            <p:ph type="subTitle" idx="5"/>
          </p:nvPr>
        </p:nvSpPr>
        <p:spPr>
          <a:xfrm>
            <a:off x="2229600" y="1660200"/>
            <a:ext cx="7896000" cy="72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400"/>
              <a:buNone/>
              <a:defRPr>
                <a:solidFill>
                  <a:schemeClr val="accent3"/>
                </a:solidFill>
              </a:defRPr>
            </a:lvl1pPr>
            <a:lvl2pPr lvl="1" rtl="0">
              <a:spcBef>
                <a:spcPts val="0"/>
              </a:spcBef>
              <a:spcAft>
                <a:spcPts val="0"/>
              </a:spcAft>
              <a:buClr>
                <a:schemeClr val="accent3"/>
              </a:buClr>
              <a:buSzPts val="1400"/>
              <a:buNone/>
              <a:defRPr>
                <a:solidFill>
                  <a:schemeClr val="accent3"/>
                </a:solidFill>
              </a:defRPr>
            </a:lvl2pPr>
            <a:lvl3pPr lvl="2" rtl="0">
              <a:spcBef>
                <a:spcPts val="0"/>
              </a:spcBef>
              <a:spcAft>
                <a:spcPts val="0"/>
              </a:spcAft>
              <a:buClr>
                <a:schemeClr val="accent3"/>
              </a:buClr>
              <a:buSzPts val="1400"/>
              <a:buNone/>
              <a:defRPr>
                <a:solidFill>
                  <a:schemeClr val="accent3"/>
                </a:solidFill>
              </a:defRPr>
            </a:lvl3pPr>
            <a:lvl4pPr lvl="3" rtl="0">
              <a:spcBef>
                <a:spcPts val="0"/>
              </a:spcBef>
              <a:spcAft>
                <a:spcPts val="0"/>
              </a:spcAft>
              <a:buClr>
                <a:schemeClr val="accent3"/>
              </a:buClr>
              <a:buSzPts val="1400"/>
              <a:buNone/>
              <a:defRPr>
                <a:solidFill>
                  <a:schemeClr val="accent3"/>
                </a:solidFill>
              </a:defRPr>
            </a:lvl4pPr>
            <a:lvl5pPr lvl="4" rtl="0">
              <a:spcBef>
                <a:spcPts val="0"/>
              </a:spcBef>
              <a:spcAft>
                <a:spcPts val="0"/>
              </a:spcAft>
              <a:buClr>
                <a:schemeClr val="accent3"/>
              </a:buClr>
              <a:buSzPts val="1400"/>
              <a:buNone/>
              <a:defRPr>
                <a:solidFill>
                  <a:schemeClr val="accent3"/>
                </a:solidFill>
              </a:defRPr>
            </a:lvl5pPr>
            <a:lvl6pPr lvl="5" rtl="0">
              <a:spcBef>
                <a:spcPts val="0"/>
              </a:spcBef>
              <a:spcAft>
                <a:spcPts val="0"/>
              </a:spcAft>
              <a:buClr>
                <a:schemeClr val="accent3"/>
              </a:buClr>
              <a:buSzPts val="1400"/>
              <a:buNone/>
              <a:defRPr>
                <a:solidFill>
                  <a:schemeClr val="accent3"/>
                </a:solidFill>
              </a:defRPr>
            </a:lvl6pPr>
            <a:lvl7pPr lvl="6" rtl="0">
              <a:spcBef>
                <a:spcPts val="0"/>
              </a:spcBef>
              <a:spcAft>
                <a:spcPts val="0"/>
              </a:spcAft>
              <a:buClr>
                <a:schemeClr val="accent3"/>
              </a:buClr>
              <a:buSzPts val="1400"/>
              <a:buNone/>
              <a:defRPr>
                <a:solidFill>
                  <a:schemeClr val="accent3"/>
                </a:solidFill>
              </a:defRPr>
            </a:lvl7pPr>
            <a:lvl8pPr lvl="7" rtl="0">
              <a:spcBef>
                <a:spcPts val="0"/>
              </a:spcBef>
              <a:spcAft>
                <a:spcPts val="0"/>
              </a:spcAft>
              <a:buClr>
                <a:schemeClr val="accent3"/>
              </a:buClr>
              <a:buSzPts val="1400"/>
              <a:buNone/>
              <a:defRPr>
                <a:solidFill>
                  <a:schemeClr val="accent3"/>
                </a:solidFill>
              </a:defRPr>
            </a:lvl8pPr>
            <a:lvl9pPr lvl="8" rtl="0">
              <a:spcBef>
                <a:spcPts val="0"/>
              </a:spcBef>
              <a:spcAft>
                <a:spcPts val="0"/>
              </a:spcAft>
              <a:buClr>
                <a:schemeClr val="accent3"/>
              </a:buClr>
              <a:buSzPts val="1400"/>
              <a:buNone/>
              <a:defRPr>
                <a:solidFill>
                  <a:schemeClr val="accent3"/>
                </a:solidFill>
              </a:defRPr>
            </a:lvl9pPr>
          </a:lstStyle>
          <a:p>
            <a:r>
              <a:rPr lang="en-US"/>
              <a:t>Click to edit Master subtitle style</a:t>
            </a:r>
            <a:endParaRPr/>
          </a:p>
        </p:txBody>
      </p:sp>
    </p:spTree>
    <p:extLst>
      <p:ext uri="{BB962C8B-B14F-4D97-AF65-F5344CB8AC3E}">
        <p14:creationId xmlns:p14="http://schemas.microsoft.com/office/powerpoint/2010/main" val="17199015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356"/>
        <p:cNvGrpSpPr/>
        <p:nvPr/>
      </p:nvGrpSpPr>
      <p:grpSpPr>
        <a:xfrm>
          <a:off x="0" y="0"/>
          <a:ext cx="0" cy="0"/>
          <a:chOff x="0" y="0"/>
          <a:chExt cx="0" cy="0"/>
        </a:xfrm>
      </p:grpSpPr>
      <p:sp>
        <p:nvSpPr>
          <p:cNvPr id="357" name="Google Shape;357;p20"/>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8" name="Google Shape;358;p20"/>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9" name="Google Shape;359;p20"/>
          <p:cNvSpPr txBox="1">
            <a:spLocks noGrp="1"/>
          </p:cNvSpPr>
          <p:nvPr>
            <p:ph type="subTitle" idx="1"/>
          </p:nvPr>
        </p:nvSpPr>
        <p:spPr>
          <a:xfrm>
            <a:off x="2223008" y="3141100"/>
            <a:ext cx="3854800" cy="2088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1"/>
              </a:buClr>
              <a:buSzPts val="1600"/>
              <a:buNone/>
              <a:defRPr sz="2133">
                <a:solidFill>
                  <a:schemeClr val="accent3"/>
                </a:solidFill>
              </a:defRPr>
            </a:lvl1pPr>
            <a:lvl2pPr lvl="1" rtl="0">
              <a:spcBef>
                <a:spcPts val="0"/>
              </a:spcBef>
              <a:spcAft>
                <a:spcPts val="0"/>
              </a:spcAft>
              <a:buClr>
                <a:schemeClr val="dk1"/>
              </a:buClr>
              <a:buSzPts val="1600"/>
              <a:buNone/>
              <a:defRPr sz="2133">
                <a:solidFill>
                  <a:schemeClr val="dk1"/>
                </a:solidFill>
              </a:defRPr>
            </a:lvl2pPr>
            <a:lvl3pPr lvl="2" rtl="0">
              <a:spcBef>
                <a:spcPts val="0"/>
              </a:spcBef>
              <a:spcAft>
                <a:spcPts val="0"/>
              </a:spcAft>
              <a:buClr>
                <a:schemeClr val="dk1"/>
              </a:buClr>
              <a:buSzPts val="1600"/>
              <a:buNone/>
              <a:defRPr sz="2133">
                <a:solidFill>
                  <a:schemeClr val="dk1"/>
                </a:solidFill>
              </a:defRPr>
            </a:lvl3pPr>
            <a:lvl4pPr lvl="3" rtl="0">
              <a:spcBef>
                <a:spcPts val="0"/>
              </a:spcBef>
              <a:spcAft>
                <a:spcPts val="0"/>
              </a:spcAft>
              <a:buClr>
                <a:schemeClr val="dk1"/>
              </a:buClr>
              <a:buSzPts val="1600"/>
              <a:buNone/>
              <a:defRPr sz="2133">
                <a:solidFill>
                  <a:schemeClr val="dk1"/>
                </a:solidFill>
              </a:defRPr>
            </a:lvl4pPr>
            <a:lvl5pPr lvl="4" rtl="0">
              <a:spcBef>
                <a:spcPts val="0"/>
              </a:spcBef>
              <a:spcAft>
                <a:spcPts val="0"/>
              </a:spcAft>
              <a:buClr>
                <a:schemeClr val="dk1"/>
              </a:buClr>
              <a:buSzPts val="1600"/>
              <a:buNone/>
              <a:defRPr sz="2133">
                <a:solidFill>
                  <a:schemeClr val="dk1"/>
                </a:solidFill>
              </a:defRPr>
            </a:lvl5pPr>
            <a:lvl6pPr lvl="5" rtl="0">
              <a:spcBef>
                <a:spcPts val="0"/>
              </a:spcBef>
              <a:spcAft>
                <a:spcPts val="0"/>
              </a:spcAft>
              <a:buClr>
                <a:schemeClr val="dk1"/>
              </a:buClr>
              <a:buSzPts val="1600"/>
              <a:buNone/>
              <a:defRPr sz="2133">
                <a:solidFill>
                  <a:schemeClr val="dk1"/>
                </a:solidFill>
              </a:defRPr>
            </a:lvl6pPr>
            <a:lvl7pPr lvl="6" rtl="0">
              <a:spcBef>
                <a:spcPts val="0"/>
              </a:spcBef>
              <a:spcAft>
                <a:spcPts val="0"/>
              </a:spcAft>
              <a:buClr>
                <a:schemeClr val="dk1"/>
              </a:buClr>
              <a:buSzPts val="1600"/>
              <a:buNone/>
              <a:defRPr sz="2133">
                <a:solidFill>
                  <a:schemeClr val="dk1"/>
                </a:solidFill>
              </a:defRPr>
            </a:lvl7pPr>
            <a:lvl8pPr lvl="7" rtl="0">
              <a:spcBef>
                <a:spcPts val="0"/>
              </a:spcBef>
              <a:spcAft>
                <a:spcPts val="0"/>
              </a:spcAft>
              <a:buClr>
                <a:schemeClr val="dk1"/>
              </a:buClr>
              <a:buSzPts val="1600"/>
              <a:buNone/>
              <a:defRPr sz="2133">
                <a:solidFill>
                  <a:schemeClr val="dk1"/>
                </a:solidFill>
              </a:defRPr>
            </a:lvl8pPr>
            <a:lvl9pPr lvl="8" rtl="0">
              <a:spcBef>
                <a:spcPts val="0"/>
              </a:spcBef>
              <a:spcAft>
                <a:spcPts val="0"/>
              </a:spcAft>
              <a:buClr>
                <a:schemeClr val="dk1"/>
              </a:buClr>
              <a:buSzPts val="1600"/>
              <a:buNone/>
              <a:defRPr sz="2133">
                <a:solidFill>
                  <a:schemeClr val="dk1"/>
                </a:solidFill>
              </a:defRPr>
            </a:lvl9pPr>
          </a:lstStyle>
          <a:p>
            <a:r>
              <a:rPr lang="en-US"/>
              <a:t>Click to edit Master subtitle style</a:t>
            </a:r>
            <a:endParaRPr/>
          </a:p>
        </p:txBody>
      </p:sp>
      <p:sp>
        <p:nvSpPr>
          <p:cNvPr id="360" name="Google Shape;360;p20"/>
          <p:cNvSpPr txBox="1">
            <a:spLocks noGrp="1"/>
          </p:cNvSpPr>
          <p:nvPr>
            <p:ph type="title"/>
          </p:nvPr>
        </p:nvSpPr>
        <p:spPr>
          <a:xfrm>
            <a:off x="1495833" y="1578560"/>
            <a:ext cx="3854800" cy="14964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dk2"/>
              </a:buClr>
              <a:buSzPts val="2800"/>
              <a:buNone/>
              <a:defRPr>
                <a:solidFill>
                  <a:schemeClr val="dk2"/>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
        <p:nvSpPr>
          <p:cNvPr id="361" name="Google Shape;361;p20"/>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362" name="Google Shape;362;p20"/>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363" name="Google Shape;363;p20"/>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364" name="Google Shape;364;p20"/>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365" name="Google Shape;365;p20"/>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366" name="Google Shape;366;p20"/>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367" name="Google Shape;367;p20"/>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368" name="Google Shape;368;p20"/>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369" name="Google Shape;369;p20"/>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370" name="Google Shape;370;p20"/>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371" name="Google Shape;371;p20"/>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372" name="Google Shape;372;p20"/>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373" name="Google Shape;373;p20"/>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374" name="Google Shape;374;p20"/>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86493024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375"/>
        <p:cNvGrpSpPr/>
        <p:nvPr/>
      </p:nvGrpSpPr>
      <p:grpSpPr>
        <a:xfrm>
          <a:off x="0" y="0"/>
          <a:ext cx="0" cy="0"/>
          <a:chOff x="0" y="0"/>
          <a:chExt cx="0" cy="0"/>
        </a:xfrm>
      </p:grpSpPr>
      <p:sp>
        <p:nvSpPr>
          <p:cNvPr id="376" name="Google Shape;376;p21"/>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7" name="Google Shape;377;p21"/>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8" name="Google Shape;378;p21"/>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379" name="Google Shape;379;p21"/>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380" name="Google Shape;380;p21"/>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381" name="Google Shape;381;p21"/>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382" name="Google Shape;382;p21"/>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383" name="Google Shape;383;p21"/>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384" name="Google Shape;384;p21"/>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385" name="Google Shape;385;p21"/>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386" name="Google Shape;386;p21"/>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387" name="Google Shape;387;p21"/>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388" name="Google Shape;388;p21"/>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389" name="Google Shape;389;p21"/>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390" name="Google Shape;390;p21"/>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391" name="Google Shape;391;p21"/>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392" name="Google Shape;392;p21"/>
          <p:cNvSpPr txBox="1">
            <a:spLocks noGrp="1"/>
          </p:cNvSpPr>
          <p:nvPr>
            <p:ph type="body" idx="1"/>
          </p:nvPr>
        </p:nvSpPr>
        <p:spPr>
          <a:xfrm>
            <a:off x="2787333" y="2608800"/>
            <a:ext cx="6815200" cy="28128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Clr>
                <a:schemeClr val="accent3"/>
              </a:buClr>
              <a:buSzPts val="1400"/>
              <a:buChar char="∗"/>
              <a:defRPr sz="2667">
                <a:solidFill>
                  <a:schemeClr val="accent3"/>
                </a:solidFill>
              </a:defRPr>
            </a:lvl1pPr>
            <a:lvl2pPr marL="1219170" lvl="1" indent="-440256" rtl="0">
              <a:lnSpc>
                <a:spcPct val="100000"/>
              </a:lnSpc>
              <a:spcBef>
                <a:spcPts val="0"/>
              </a:spcBef>
              <a:spcAft>
                <a:spcPts val="0"/>
              </a:spcAft>
              <a:buClr>
                <a:schemeClr val="accent3"/>
              </a:buClr>
              <a:buSzPts val="1600"/>
              <a:buFont typeface="Montserrat"/>
              <a:buChar char="○"/>
              <a:defRPr sz="1600">
                <a:solidFill>
                  <a:schemeClr val="accent3"/>
                </a:solidFill>
              </a:defRPr>
            </a:lvl2pPr>
            <a:lvl3pPr marL="1828754" lvl="2" indent="-440256" rtl="0">
              <a:spcBef>
                <a:spcPts val="0"/>
              </a:spcBef>
              <a:spcAft>
                <a:spcPts val="0"/>
              </a:spcAft>
              <a:buClr>
                <a:schemeClr val="accent3"/>
              </a:buClr>
              <a:buSzPts val="1600"/>
              <a:buFont typeface="Montserrat"/>
              <a:buChar char="■"/>
              <a:defRPr>
                <a:solidFill>
                  <a:schemeClr val="accent3"/>
                </a:solidFill>
              </a:defRPr>
            </a:lvl3pPr>
            <a:lvl4pPr marL="2438339" lvl="3" indent="-440256" rtl="0">
              <a:spcBef>
                <a:spcPts val="0"/>
              </a:spcBef>
              <a:spcAft>
                <a:spcPts val="0"/>
              </a:spcAft>
              <a:buClr>
                <a:schemeClr val="accent3"/>
              </a:buClr>
              <a:buSzPts val="1600"/>
              <a:buFont typeface="Montserrat"/>
              <a:buChar char="●"/>
              <a:defRPr>
                <a:solidFill>
                  <a:schemeClr val="accent3"/>
                </a:solidFill>
              </a:defRPr>
            </a:lvl4pPr>
            <a:lvl5pPr marL="3047924" lvl="4" indent="-440256" rtl="0">
              <a:spcBef>
                <a:spcPts val="0"/>
              </a:spcBef>
              <a:spcAft>
                <a:spcPts val="0"/>
              </a:spcAft>
              <a:buClr>
                <a:schemeClr val="accent3"/>
              </a:buClr>
              <a:buSzPts val="1600"/>
              <a:buFont typeface="Montserrat"/>
              <a:buChar char="○"/>
              <a:defRPr>
                <a:solidFill>
                  <a:schemeClr val="accent3"/>
                </a:solidFill>
              </a:defRPr>
            </a:lvl5pPr>
            <a:lvl6pPr marL="3657509" lvl="5" indent="-440256" rtl="0">
              <a:spcBef>
                <a:spcPts val="0"/>
              </a:spcBef>
              <a:spcAft>
                <a:spcPts val="0"/>
              </a:spcAft>
              <a:buClr>
                <a:schemeClr val="accent3"/>
              </a:buClr>
              <a:buSzPts val="1600"/>
              <a:buFont typeface="Montserrat"/>
              <a:buChar char="■"/>
              <a:defRPr>
                <a:solidFill>
                  <a:schemeClr val="accent3"/>
                </a:solidFill>
              </a:defRPr>
            </a:lvl6pPr>
            <a:lvl7pPr marL="4267093" lvl="6" indent="-440256" rtl="0">
              <a:spcBef>
                <a:spcPts val="0"/>
              </a:spcBef>
              <a:spcAft>
                <a:spcPts val="0"/>
              </a:spcAft>
              <a:buClr>
                <a:schemeClr val="accent3"/>
              </a:buClr>
              <a:buSzPts val="1600"/>
              <a:buFont typeface="Montserrat"/>
              <a:buChar char="●"/>
              <a:defRPr>
                <a:solidFill>
                  <a:schemeClr val="accent3"/>
                </a:solidFill>
              </a:defRPr>
            </a:lvl7pPr>
            <a:lvl8pPr marL="4876678" lvl="7" indent="-440256" rtl="0">
              <a:spcBef>
                <a:spcPts val="0"/>
              </a:spcBef>
              <a:spcAft>
                <a:spcPts val="0"/>
              </a:spcAft>
              <a:buClr>
                <a:schemeClr val="accent3"/>
              </a:buClr>
              <a:buSzPts val="1600"/>
              <a:buFont typeface="Montserrat"/>
              <a:buChar char="○"/>
              <a:defRPr>
                <a:solidFill>
                  <a:schemeClr val="accent3"/>
                </a:solidFill>
              </a:defRPr>
            </a:lvl8pPr>
            <a:lvl9pPr marL="5486263" lvl="8" indent="-440256" rtl="0">
              <a:spcBef>
                <a:spcPts val="0"/>
              </a:spcBef>
              <a:spcAft>
                <a:spcPts val="0"/>
              </a:spcAft>
              <a:buClr>
                <a:schemeClr val="accent3"/>
              </a:buClr>
              <a:buSzPts val="1600"/>
              <a:buFont typeface="Montserrat"/>
              <a:buChar char="■"/>
              <a:defRPr>
                <a:solidFill>
                  <a:schemeClr val="accent3"/>
                </a:solidFill>
              </a:defRPr>
            </a:lvl9pPr>
          </a:lstStyle>
          <a:p>
            <a:pPr lvl="0"/>
            <a:r>
              <a:rPr lang="en-US"/>
              <a:t>Click to edit Master text styles</a:t>
            </a:r>
          </a:p>
        </p:txBody>
      </p:sp>
      <p:sp>
        <p:nvSpPr>
          <p:cNvPr id="393" name="Google Shape;393;p21"/>
          <p:cNvSpPr txBox="1">
            <a:spLocks noGrp="1"/>
          </p:cNvSpPr>
          <p:nvPr>
            <p:ph type="subTitle" idx="2"/>
          </p:nvPr>
        </p:nvSpPr>
        <p:spPr>
          <a:xfrm>
            <a:off x="2235967" y="1746467"/>
            <a:ext cx="7267600" cy="614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2000"/>
              <a:buNone/>
              <a:defRPr>
                <a:solidFill>
                  <a:schemeClr val="accent3"/>
                </a:solidFill>
              </a:defRPr>
            </a:lvl1pPr>
            <a:lvl2pPr lvl="1" algn="ctr" rtl="0">
              <a:lnSpc>
                <a:spcPct val="100000"/>
              </a:lnSpc>
              <a:spcBef>
                <a:spcPts val="0"/>
              </a:spcBef>
              <a:spcAft>
                <a:spcPts val="0"/>
              </a:spcAft>
              <a:buClr>
                <a:schemeClr val="accent3"/>
              </a:buClr>
              <a:buSzPts val="2000"/>
              <a:buNone/>
              <a:defRPr sz="2667" b="1">
                <a:solidFill>
                  <a:schemeClr val="accent3"/>
                </a:solidFill>
              </a:defRPr>
            </a:lvl2pPr>
            <a:lvl3pPr lvl="2" algn="ctr" rtl="0">
              <a:lnSpc>
                <a:spcPct val="100000"/>
              </a:lnSpc>
              <a:spcBef>
                <a:spcPts val="0"/>
              </a:spcBef>
              <a:spcAft>
                <a:spcPts val="0"/>
              </a:spcAft>
              <a:buClr>
                <a:schemeClr val="accent3"/>
              </a:buClr>
              <a:buSzPts val="2000"/>
              <a:buNone/>
              <a:defRPr sz="2667" b="1">
                <a:solidFill>
                  <a:schemeClr val="accent3"/>
                </a:solidFill>
              </a:defRPr>
            </a:lvl3pPr>
            <a:lvl4pPr lvl="3" algn="ctr" rtl="0">
              <a:lnSpc>
                <a:spcPct val="100000"/>
              </a:lnSpc>
              <a:spcBef>
                <a:spcPts val="0"/>
              </a:spcBef>
              <a:spcAft>
                <a:spcPts val="0"/>
              </a:spcAft>
              <a:buClr>
                <a:schemeClr val="accent3"/>
              </a:buClr>
              <a:buSzPts val="2000"/>
              <a:buNone/>
              <a:defRPr sz="2667" b="1">
                <a:solidFill>
                  <a:schemeClr val="accent3"/>
                </a:solidFill>
              </a:defRPr>
            </a:lvl4pPr>
            <a:lvl5pPr lvl="4" algn="ctr" rtl="0">
              <a:lnSpc>
                <a:spcPct val="100000"/>
              </a:lnSpc>
              <a:spcBef>
                <a:spcPts val="0"/>
              </a:spcBef>
              <a:spcAft>
                <a:spcPts val="0"/>
              </a:spcAft>
              <a:buClr>
                <a:schemeClr val="accent3"/>
              </a:buClr>
              <a:buSzPts val="2000"/>
              <a:buNone/>
              <a:defRPr sz="2667" b="1">
                <a:solidFill>
                  <a:schemeClr val="accent3"/>
                </a:solidFill>
              </a:defRPr>
            </a:lvl5pPr>
            <a:lvl6pPr lvl="5" algn="ctr" rtl="0">
              <a:lnSpc>
                <a:spcPct val="100000"/>
              </a:lnSpc>
              <a:spcBef>
                <a:spcPts val="0"/>
              </a:spcBef>
              <a:spcAft>
                <a:spcPts val="0"/>
              </a:spcAft>
              <a:buClr>
                <a:schemeClr val="accent3"/>
              </a:buClr>
              <a:buSzPts val="2000"/>
              <a:buNone/>
              <a:defRPr sz="2667" b="1">
                <a:solidFill>
                  <a:schemeClr val="accent3"/>
                </a:solidFill>
              </a:defRPr>
            </a:lvl6pPr>
            <a:lvl7pPr lvl="6" algn="ctr" rtl="0">
              <a:lnSpc>
                <a:spcPct val="100000"/>
              </a:lnSpc>
              <a:spcBef>
                <a:spcPts val="0"/>
              </a:spcBef>
              <a:spcAft>
                <a:spcPts val="0"/>
              </a:spcAft>
              <a:buClr>
                <a:schemeClr val="accent3"/>
              </a:buClr>
              <a:buSzPts val="2000"/>
              <a:buNone/>
              <a:defRPr sz="2667" b="1">
                <a:solidFill>
                  <a:schemeClr val="accent3"/>
                </a:solidFill>
              </a:defRPr>
            </a:lvl7pPr>
            <a:lvl8pPr lvl="7" algn="ctr" rtl="0">
              <a:lnSpc>
                <a:spcPct val="100000"/>
              </a:lnSpc>
              <a:spcBef>
                <a:spcPts val="0"/>
              </a:spcBef>
              <a:spcAft>
                <a:spcPts val="0"/>
              </a:spcAft>
              <a:buClr>
                <a:schemeClr val="accent3"/>
              </a:buClr>
              <a:buSzPts val="2000"/>
              <a:buNone/>
              <a:defRPr sz="2667" b="1">
                <a:solidFill>
                  <a:schemeClr val="accent3"/>
                </a:solidFill>
              </a:defRPr>
            </a:lvl8pPr>
            <a:lvl9pPr lvl="8" algn="ctr" rtl="0">
              <a:lnSpc>
                <a:spcPct val="100000"/>
              </a:lnSpc>
              <a:spcBef>
                <a:spcPts val="0"/>
              </a:spcBef>
              <a:spcAft>
                <a:spcPts val="0"/>
              </a:spcAft>
              <a:buClr>
                <a:schemeClr val="accent3"/>
              </a:buClr>
              <a:buSzPts val="2000"/>
              <a:buNone/>
              <a:defRPr sz="2667" b="1">
                <a:solidFill>
                  <a:schemeClr val="accent3"/>
                </a:solidFill>
              </a:defRPr>
            </a:lvl9pPr>
          </a:lstStyle>
          <a:p>
            <a:r>
              <a:rPr lang="en-US"/>
              <a:t>Click to edit Master subtitle style</a:t>
            </a:r>
            <a:endParaRPr/>
          </a:p>
        </p:txBody>
      </p:sp>
      <p:sp>
        <p:nvSpPr>
          <p:cNvPr id="394" name="Google Shape;394;p21"/>
          <p:cNvSpPr txBox="1">
            <a:spLocks noGrp="1"/>
          </p:cNvSpPr>
          <p:nvPr>
            <p:ph type="title"/>
          </p:nvPr>
        </p:nvSpPr>
        <p:spPr>
          <a:xfrm>
            <a:off x="1524333" y="776933"/>
            <a:ext cx="9720800" cy="7216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18643346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395"/>
        <p:cNvGrpSpPr/>
        <p:nvPr/>
      </p:nvGrpSpPr>
      <p:grpSpPr>
        <a:xfrm>
          <a:off x="0" y="0"/>
          <a:ext cx="0" cy="0"/>
          <a:chOff x="0" y="0"/>
          <a:chExt cx="0" cy="0"/>
        </a:xfrm>
      </p:grpSpPr>
      <p:sp>
        <p:nvSpPr>
          <p:cNvPr id="396" name="Google Shape;396;p22"/>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7" name="Google Shape;397;p22"/>
          <p:cNvSpPr/>
          <p:nvPr/>
        </p:nvSpPr>
        <p:spPr>
          <a:xfrm>
            <a:off x="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8" name="Google Shape;398;p22"/>
          <p:cNvSpPr txBox="1">
            <a:spLocks noGrp="1"/>
          </p:cNvSpPr>
          <p:nvPr>
            <p:ph type="ctrTitle"/>
          </p:nvPr>
        </p:nvSpPr>
        <p:spPr>
          <a:xfrm>
            <a:off x="1518833" y="776075"/>
            <a:ext cx="4086000" cy="719200"/>
          </a:xfrm>
          <a:prstGeom prst="rect">
            <a:avLst/>
          </a:prstGeom>
        </p:spPr>
        <p:txBody>
          <a:bodyPr spcFirstLastPara="1" wrap="square" lIns="91425" tIns="91425" rIns="91425" bIns="91425" anchor="t" anchorCtr="0">
            <a:noAutofit/>
          </a:bodyPr>
          <a:lstStyle>
            <a:lvl1pPr lvl="0" rtl="0">
              <a:spcBef>
                <a:spcPts val="0"/>
              </a:spcBef>
              <a:spcAft>
                <a:spcPts val="0"/>
              </a:spcAft>
              <a:buClr>
                <a:schemeClr val="dk2"/>
              </a:buClr>
              <a:buSzPts val="5200"/>
              <a:buNone/>
              <a:defRPr/>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399" name="Google Shape;399;p22"/>
          <p:cNvSpPr txBox="1">
            <a:spLocks noGrp="1"/>
          </p:cNvSpPr>
          <p:nvPr>
            <p:ph type="subTitle" idx="1"/>
          </p:nvPr>
        </p:nvSpPr>
        <p:spPr>
          <a:xfrm>
            <a:off x="2753100" y="2260967"/>
            <a:ext cx="4960800" cy="93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400" name="Google Shape;400;p22"/>
          <p:cNvSpPr txBox="1">
            <a:spLocks noGrp="1"/>
          </p:cNvSpPr>
          <p:nvPr>
            <p:ph type="subTitle" idx="2"/>
          </p:nvPr>
        </p:nvSpPr>
        <p:spPr>
          <a:xfrm>
            <a:off x="2094100" y="1681367"/>
            <a:ext cx="6096000" cy="579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800"/>
              <a:buNone/>
              <a:defRPr sz="2667">
                <a:solidFill>
                  <a:schemeClr val="accent2"/>
                </a:solidFill>
              </a:defRPr>
            </a:lvl1pPr>
            <a:lvl2pPr lvl="1" algn="ctr" rtl="0">
              <a:lnSpc>
                <a:spcPct val="100000"/>
              </a:lnSpc>
              <a:spcBef>
                <a:spcPts val="0"/>
              </a:spcBef>
              <a:spcAft>
                <a:spcPts val="0"/>
              </a:spcAft>
              <a:buSzPts val="2800"/>
              <a:buNone/>
              <a:defRPr sz="3733"/>
            </a:lvl2pPr>
            <a:lvl3pPr lvl="2" algn="ctr" rtl="0">
              <a:lnSpc>
                <a:spcPct val="100000"/>
              </a:lnSpc>
              <a:spcBef>
                <a:spcPts val="0"/>
              </a:spcBef>
              <a:spcAft>
                <a:spcPts val="0"/>
              </a:spcAft>
              <a:buSzPts val="2800"/>
              <a:buNone/>
              <a:defRPr sz="3733"/>
            </a:lvl3pPr>
            <a:lvl4pPr lvl="3" algn="ctr" rtl="0">
              <a:lnSpc>
                <a:spcPct val="100000"/>
              </a:lnSpc>
              <a:spcBef>
                <a:spcPts val="0"/>
              </a:spcBef>
              <a:spcAft>
                <a:spcPts val="0"/>
              </a:spcAft>
              <a:buSzPts val="2800"/>
              <a:buNone/>
              <a:defRPr sz="3733"/>
            </a:lvl4pPr>
            <a:lvl5pPr lvl="4" algn="ctr" rtl="0">
              <a:lnSpc>
                <a:spcPct val="100000"/>
              </a:lnSpc>
              <a:spcBef>
                <a:spcPts val="0"/>
              </a:spcBef>
              <a:spcAft>
                <a:spcPts val="0"/>
              </a:spcAft>
              <a:buSzPts val="2800"/>
              <a:buNone/>
              <a:defRPr sz="3733"/>
            </a:lvl5pPr>
            <a:lvl6pPr lvl="5" algn="ctr" rtl="0">
              <a:lnSpc>
                <a:spcPct val="100000"/>
              </a:lnSpc>
              <a:spcBef>
                <a:spcPts val="0"/>
              </a:spcBef>
              <a:spcAft>
                <a:spcPts val="0"/>
              </a:spcAft>
              <a:buSzPts val="2800"/>
              <a:buNone/>
              <a:defRPr sz="3733"/>
            </a:lvl6pPr>
            <a:lvl7pPr lvl="6" algn="ctr" rtl="0">
              <a:lnSpc>
                <a:spcPct val="100000"/>
              </a:lnSpc>
              <a:spcBef>
                <a:spcPts val="0"/>
              </a:spcBef>
              <a:spcAft>
                <a:spcPts val="0"/>
              </a:spcAft>
              <a:buSzPts val="2800"/>
              <a:buNone/>
              <a:defRPr sz="3733"/>
            </a:lvl7pPr>
            <a:lvl8pPr lvl="7" algn="ctr" rtl="0">
              <a:lnSpc>
                <a:spcPct val="100000"/>
              </a:lnSpc>
              <a:spcBef>
                <a:spcPts val="0"/>
              </a:spcBef>
              <a:spcAft>
                <a:spcPts val="0"/>
              </a:spcAft>
              <a:buSzPts val="2800"/>
              <a:buNone/>
              <a:defRPr sz="3733"/>
            </a:lvl8pPr>
            <a:lvl9pPr lvl="8" algn="ctr" rtl="0">
              <a:lnSpc>
                <a:spcPct val="100000"/>
              </a:lnSpc>
              <a:spcBef>
                <a:spcPts val="0"/>
              </a:spcBef>
              <a:spcAft>
                <a:spcPts val="0"/>
              </a:spcAft>
              <a:buSzPts val="2800"/>
              <a:buNone/>
              <a:defRPr sz="3733"/>
            </a:lvl9pPr>
          </a:lstStyle>
          <a:p>
            <a:r>
              <a:rPr lang="en-US"/>
              <a:t>Click to edit Master subtitle style</a:t>
            </a:r>
            <a:endParaRPr/>
          </a:p>
        </p:txBody>
      </p:sp>
      <p:sp>
        <p:nvSpPr>
          <p:cNvPr id="401" name="Google Shape;401;p22"/>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402" name="Google Shape;402;p22"/>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403" name="Google Shape;403;p22"/>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404" name="Google Shape;404;p22"/>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405" name="Google Shape;405;p22"/>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406" name="Google Shape;406;p22"/>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407" name="Google Shape;407;p22"/>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408" name="Google Shape;408;p22"/>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409" name="Google Shape;409;p22"/>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410" name="Google Shape;410;p22"/>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411" name="Google Shape;411;p22"/>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412" name="Google Shape;412;p22"/>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413" name="Google Shape;413;p22"/>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414" name="Google Shape;414;p22"/>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
        <p:nvSpPr>
          <p:cNvPr id="415" name="Google Shape;415;p22"/>
          <p:cNvSpPr txBox="1"/>
          <p:nvPr/>
        </p:nvSpPr>
        <p:spPr>
          <a:xfrm>
            <a:off x="3883233" y="4116351"/>
            <a:ext cx="5890800" cy="851200"/>
          </a:xfrm>
          <a:prstGeom prst="rect">
            <a:avLst/>
          </a:prstGeom>
          <a:noFill/>
          <a:ln>
            <a:noFill/>
          </a:ln>
        </p:spPr>
        <p:txBody>
          <a:bodyPr spcFirstLastPara="1" wrap="square" lIns="121900" tIns="121900" rIns="121900" bIns="121900" anchor="ctr" anchorCtr="0">
            <a:noAutofit/>
          </a:bodyPr>
          <a:lstStyle/>
          <a:p>
            <a:pPr marL="0" marR="0" lvl="0" indent="0" algn="l" rtl="0">
              <a:lnSpc>
                <a:spcPct val="100000"/>
              </a:lnSpc>
              <a:spcBef>
                <a:spcPts val="0"/>
              </a:spcBef>
              <a:spcAft>
                <a:spcPts val="0"/>
              </a:spcAft>
              <a:buNone/>
            </a:pPr>
            <a:r>
              <a:rPr lang="en" sz="1600">
                <a:solidFill>
                  <a:schemeClr val="accent3"/>
                </a:solidFill>
                <a:latin typeface="Fira Code"/>
                <a:ea typeface="Fira Code"/>
                <a:cs typeface="Fira Code"/>
                <a:sym typeface="Fira Code"/>
              </a:rPr>
              <a:t>CREDITS: This presentation template was created by </a:t>
            </a:r>
            <a:r>
              <a:rPr lang="en" sz="1600" b="1">
                <a:solidFill>
                  <a:schemeClr val="accent3"/>
                </a:solidFill>
                <a:uFill>
                  <a:noFill/>
                </a:uFill>
                <a:latin typeface="Fira Code"/>
                <a:ea typeface="Fira Code"/>
                <a:cs typeface="Fira Code"/>
                <a:sym typeface="Fira Code"/>
                <a:hlinkClick r:id="rId2">
                  <a:extLst>
                    <a:ext uri="{A12FA001-AC4F-418D-AE19-62706E023703}">
                      <ahyp:hlinkClr xmlns:ahyp="http://schemas.microsoft.com/office/drawing/2018/hyperlinkcolor" val="tx"/>
                    </a:ext>
                  </a:extLst>
                </a:hlinkClick>
              </a:rPr>
              <a:t>Slidesgo</a:t>
            </a:r>
            <a:r>
              <a:rPr lang="en" sz="1600">
                <a:solidFill>
                  <a:schemeClr val="accent3"/>
                </a:solidFill>
                <a:latin typeface="Fira Code"/>
                <a:ea typeface="Fira Code"/>
                <a:cs typeface="Fira Code"/>
                <a:sym typeface="Fira Code"/>
              </a:rPr>
              <a:t>, including icons by </a:t>
            </a:r>
            <a:r>
              <a:rPr lang="en" sz="1600" b="1">
                <a:solidFill>
                  <a:schemeClr val="accent3"/>
                </a:solidFill>
                <a:uFill>
                  <a:noFill/>
                </a:uFill>
                <a:latin typeface="Fira Code"/>
                <a:ea typeface="Fira Code"/>
                <a:cs typeface="Fira Code"/>
                <a:sym typeface="Fira Code"/>
                <a:hlinkClick r:id="rId3">
                  <a:extLst>
                    <a:ext uri="{A12FA001-AC4F-418D-AE19-62706E023703}">
                      <ahyp:hlinkClr xmlns:ahyp="http://schemas.microsoft.com/office/drawing/2018/hyperlinkcolor" val="tx"/>
                    </a:ext>
                  </a:extLst>
                </a:hlinkClick>
              </a:rPr>
              <a:t>Flaticon</a:t>
            </a:r>
            <a:r>
              <a:rPr lang="en" sz="1600">
                <a:solidFill>
                  <a:schemeClr val="accent3"/>
                </a:solidFill>
                <a:latin typeface="Fira Code"/>
                <a:ea typeface="Fira Code"/>
                <a:cs typeface="Fira Code"/>
                <a:sym typeface="Fira Code"/>
              </a:rPr>
              <a:t>, and infographics &amp; images by </a:t>
            </a:r>
            <a:r>
              <a:rPr lang="en" sz="1600" b="1">
                <a:solidFill>
                  <a:schemeClr val="accent3"/>
                </a:solidFill>
                <a:uFill>
                  <a:noFill/>
                </a:uFill>
                <a:latin typeface="Fira Code"/>
                <a:ea typeface="Fira Code"/>
                <a:cs typeface="Fira Code"/>
                <a:sym typeface="Fira Code"/>
                <a:hlinkClick r:id="rId4">
                  <a:extLst>
                    <a:ext uri="{A12FA001-AC4F-418D-AE19-62706E023703}">
                      <ahyp:hlinkClr xmlns:ahyp="http://schemas.microsoft.com/office/drawing/2018/hyperlinkcolor" val="tx"/>
                    </a:ext>
                  </a:extLst>
                </a:hlinkClick>
              </a:rPr>
              <a:t>Freepik</a:t>
            </a:r>
            <a:endParaRPr sz="1600" b="1" u="sng">
              <a:solidFill>
                <a:schemeClr val="accent3"/>
              </a:solidFill>
              <a:latin typeface="Fira Code"/>
              <a:ea typeface="Fira Code"/>
              <a:cs typeface="Fira Code"/>
              <a:sym typeface="Fira Code"/>
            </a:endParaRPr>
          </a:p>
        </p:txBody>
      </p:sp>
    </p:spTree>
    <p:extLst>
      <p:ext uri="{BB962C8B-B14F-4D97-AF65-F5344CB8AC3E}">
        <p14:creationId xmlns:p14="http://schemas.microsoft.com/office/powerpoint/2010/main" val="4501355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
  <p:cSld name="Background ">
    <p:spTree>
      <p:nvGrpSpPr>
        <p:cNvPr id="1" name="Shape 416"/>
        <p:cNvGrpSpPr/>
        <p:nvPr/>
      </p:nvGrpSpPr>
      <p:grpSpPr>
        <a:xfrm>
          <a:off x="0" y="0"/>
          <a:ext cx="0" cy="0"/>
          <a:chOff x="0" y="0"/>
          <a:chExt cx="0" cy="0"/>
        </a:xfrm>
      </p:grpSpPr>
      <p:sp>
        <p:nvSpPr>
          <p:cNvPr id="417" name="Google Shape;417;p23"/>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3"/>
          <p:cNvSpPr/>
          <p:nvPr/>
        </p:nvSpPr>
        <p:spPr>
          <a:xfrm>
            <a:off x="609600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9" name="Google Shape;419;p23"/>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420" name="Google Shape;420;p23"/>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421" name="Google Shape;421;p23"/>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422" name="Google Shape;422;p23"/>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423" name="Google Shape;423;p23"/>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424" name="Google Shape;424;p23"/>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425" name="Google Shape;425;p23"/>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426" name="Google Shape;426;p23"/>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427" name="Google Shape;427;p23"/>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428" name="Google Shape;428;p23"/>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429" name="Google Shape;429;p23"/>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430" name="Google Shape;430;p23"/>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431" name="Google Shape;431;p23"/>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432" name="Google Shape;432;p23"/>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25172268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433"/>
        <p:cNvGrpSpPr/>
        <p:nvPr/>
      </p:nvGrpSpPr>
      <p:grpSpPr>
        <a:xfrm>
          <a:off x="0" y="0"/>
          <a:ext cx="0" cy="0"/>
          <a:chOff x="0" y="0"/>
          <a:chExt cx="0" cy="0"/>
        </a:xfrm>
      </p:grpSpPr>
      <p:sp>
        <p:nvSpPr>
          <p:cNvPr id="434" name="Google Shape;434;p24"/>
          <p:cNvSpPr/>
          <p:nvPr/>
        </p:nvSpPr>
        <p:spPr>
          <a:xfrm>
            <a:off x="0" y="723433"/>
            <a:ext cx="12192000" cy="5411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5" name="Google Shape;435;p24"/>
          <p:cNvSpPr/>
          <p:nvPr/>
        </p:nvSpPr>
        <p:spPr>
          <a:xfrm>
            <a:off x="0" y="0"/>
            <a:ext cx="6096000" cy="835200"/>
          </a:xfrm>
          <a:prstGeom prst="rect">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6" name="Google Shape;436;p24"/>
          <p:cNvSpPr txBox="1"/>
          <p:nvPr/>
        </p:nvSpPr>
        <p:spPr>
          <a:xfrm>
            <a:off x="946833" y="994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a:t>
            </a:r>
            <a:endParaRPr sz="2400">
              <a:solidFill>
                <a:srgbClr val="707070"/>
              </a:solidFill>
              <a:latin typeface="Fira Code"/>
              <a:ea typeface="Fira Code"/>
              <a:cs typeface="Fira Code"/>
              <a:sym typeface="Fira Code"/>
            </a:endParaRPr>
          </a:p>
        </p:txBody>
      </p:sp>
      <p:sp>
        <p:nvSpPr>
          <p:cNvPr id="437" name="Google Shape;437;p24"/>
          <p:cNvSpPr txBox="1"/>
          <p:nvPr/>
        </p:nvSpPr>
        <p:spPr>
          <a:xfrm>
            <a:off x="946833" y="1346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2</a:t>
            </a:r>
            <a:endParaRPr sz="2400">
              <a:solidFill>
                <a:srgbClr val="707070"/>
              </a:solidFill>
              <a:latin typeface="Fira Code"/>
              <a:ea typeface="Fira Code"/>
              <a:cs typeface="Fira Code"/>
              <a:sym typeface="Fira Code"/>
            </a:endParaRPr>
          </a:p>
        </p:txBody>
      </p:sp>
      <p:sp>
        <p:nvSpPr>
          <p:cNvPr id="438" name="Google Shape;438;p24"/>
          <p:cNvSpPr txBox="1"/>
          <p:nvPr/>
        </p:nvSpPr>
        <p:spPr>
          <a:xfrm>
            <a:off x="946833" y="1697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3</a:t>
            </a:r>
            <a:endParaRPr sz="2400">
              <a:solidFill>
                <a:srgbClr val="707070"/>
              </a:solidFill>
              <a:latin typeface="Fira Code"/>
              <a:ea typeface="Fira Code"/>
              <a:cs typeface="Fira Code"/>
              <a:sym typeface="Fira Code"/>
            </a:endParaRPr>
          </a:p>
        </p:txBody>
      </p:sp>
      <p:sp>
        <p:nvSpPr>
          <p:cNvPr id="439" name="Google Shape;439;p24"/>
          <p:cNvSpPr txBox="1"/>
          <p:nvPr/>
        </p:nvSpPr>
        <p:spPr>
          <a:xfrm>
            <a:off x="946833" y="2049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4</a:t>
            </a:r>
            <a:endParaRPr sz="2400">
              <a:solidFill>
                <a:srgbClr val="707070"/>
              </a:solidFill>
              <a:latin typeface="Fira Code"/>
              <a:ea typeface="Fira Code"/>
              <a:cs typeface="Fira Code"/>
              <a:sym typeface="Fira Code"/>
            </a:endParaRPr>
          </a:p>
        </p:txBody>
      </p:sp>
      <p:sp>
        <p:nvSpPr>
          <p:cNvPr id="440" name="Google Shape;440;p24"/>
          <p:cNvSpPr txBox="1"/>
          <p:nvPr/>
        </p:nvSpPr>
        <p:spPr>
          <a:xfrm>
            <a:off x="946833" y="2401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5</a:t>
            </a:r>
            <a:endParaRPr sz="2400">
              <a:solidFill>
                <a:srgbClr val="707070"/>
              </a:solidFill>
              <a:latin typeface="Fira Code"/>
              <a:ea typeface="Fira Code"/>
              <a:cs typeface="Fira Code"/>
              <a:sym typeface="Fira Code"/>
            </a:endParaRPr>
          </a:p>
        </p:txBody>
      </p:sp>
      <p:sp>
        <p:nvSpPr>
          <p:cNvPr id="441" name="Google Shape;441;p24"/>
          <p:cNvSpPr txBox="1"/>
          <p:nvPr/>
        </p:nvSpPr>
        <p:spPr>
          <a:xfrm>
            <a:off x="946833" y="2752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6</a:t>
            </a:r>
            <a:endParaRPr sz="2400">
              <a:solidFill>
                <a:srgbClr val="707070"/>
              </a:solidFill>
              <a:latin typeface="Fira Code"/>
              <a:ea typeface="Fira Code"/>
              <a:cs typeface="Fira Code"/>
              <a:sym typeface="Fira Code"/>
            </a:endParaRPr>
          </a:p>
        </p:txBody>
      </p:sp>
      <p:sp>
        <p:nvSpPr>
          <p:cNvPr id="442" name="Google Shape;442;p24"/>
          <p:cNvSpPr txBox="1"/>
          <p:nvPr/>
        </p:nvSpPr>
        <p:spPr>
          <a:xfrm>
            <a:off x="946833" y="3104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7</a:t>
            </a:r>
            <a:endParaRPr sz="2400">
              <a:solidFill>
                <a:srgbClr val="707070"/>
              </a:solidFill>
              <a:latin typeface="Fira Code"/>
              <a:ea typeface="Fira Code"/>
              <a:cs typeface="Fira Code"/>
              <a:sym typeface="Fira Code"/>
            </a:endParaRPr>
          </a:p>
        </p:txBody>
      </p:sp>
      <p:sp>
        <p:nvSpPr>
          <p:cNvPr id="443" name="Google Shape;443;p24"/>
          <p:cNvSpPr txBox="1"/>
          <p:nvPr/>
        </p:nvSpPr>
        <p:spPr>
          <a:xfrm>
            <a:off x="946833" y="3455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8</a:t>
            </a:r>
            <a:endParaRPr sz="2400">
              <a:solidFill>
                <a:srgbClr val="707070"/>
              </a:solidFill>
              <a:latin typeface="Fira Code"/>
              <a:ea typeface="Fira Code"/>
              <a:cs typeface="Fira Code"/>
              <a:sym typeface="Fira Code"/>
            </a:endParaRPr>
          </a:p>
        </p:txBody>
      </p:sp>
      <p:sp>
        <p:nvSpPr>
          <p:cNvPr id="444" name="Google Shape;444;p24"/>
          <p:cNvSpPr txBox="1"/>
          <p:nvPr/>
        </p:nvSpPr>
        <p:spPr>
          <a:xfrm>
            <a:off x="946833" y="3807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9</a:t>
            </a:r>
            <a:endParaRPr sz="2400">
              <a:solidFill>
                <a:srgbClr val="707070"/>
              </a:solidFill>
              <a:latin typeface="Fira Code"/>
              <a:ea typeface="Fira Code"/>
              <a:cs typeface="Fira Code"/>
              <a:sym typeface="Fira Code"/>
            </a:endParaRPr>
          </a:p>
        </p:txBody>
      </p:sp>
      <p:sp>
        <p:nvSpPr>
          <p:cNvPr id="445" name="Google Shape;445;p24"/>
          <p:cNvSpPr txBox="1"/>
          <p:nvPr/>
        </p:nvSpPr>
        <p:spPr>
          <a:xfrm>
            <a:off x="946833" y="41590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10</a:t>
            </a:r>
            <a:endParaRPr sz="2400">
              <a:solidFill>
                <a:srgbClr val="707070"/>
              </a:solidFill>
              <a:latin typeface="Fira Code"/>
              <a:ea typeface="Fira Code"/>
              <a:cs typeface="Fira Code"/>
              <a:sym typeface="Fira Code"/>
            </a:endParaRPr>
          </a:p>
        </p:txBody>
      </p:sp>
      <p:sp>
        <p:nvSpPr>
          <p:cNvPr id="446" name="Google Shape;446;p24"/>
          <p:cNvSpPr txBox="1"/>
          <p:nvPr/>
        </p:nvSpPr>
        <p:spPr>
          <a:xfrm>
            <a:off x="946833" y="45106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11</a:t>
            </a:r>
            <a:endParaRPr sz="2400">
              <a:solidFill>
                <a:srgbClr val="707070"/>
              </a:solidFill>
              <a:latin typeface="Fira Code"/>
              <a:ea typeface="Fira Code"/>
              <a:cs typeface="Fira Code"/>
              <a:sym typeface="Fira Code"/>
            </a:endParaRPr>
          </a:p>
        </p:txBody>
      </p:sp>
      <p:sp>
        <p:nvSpPr>
          <p:cNvPr id="447" name="Google Shape;447;p24"/>
          <p:cNvSpPr txBox="1"/>
          <p:nvPr/>
        </p:nvSpPr>
        <p:spPr>
          <a:xfrm>
            <a:off x="946833" y="48622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12</a:t>
            </a:r>
            <a:endParaRPr sz="2400">
              <a:solidFill>
                <a:srgbClr val="707070"/>
              </a:solidFill>
              <a:latin typeface="Fira Code"/>
              <a:ea typeface="Fira Code"/>
              <a:cs typeface="Fira Code"/>
              <a:sym typeface="Fira Code"/>
            </a:endParaRPr>
          </a:p>
        </p:txBody>
      </p:sp>
      <p:sp>
        <p:nvSpPr>
          <p:cNvPr id="448" name="Google Shape;448;p24"/>
          <p:cNvSpPr txBox="1"/>
          <p:nvPr/>
        </p:nvSpPr>
        <p:spPr>
          <a:xfrm>
            <a:off x="946833" y="52138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13</a:t>
            </a:r>
            <a:endParaRPr sz="2400">
              <a:solidFill>
                <a:srgbClr val="707070"/>
              </a:solidFill>
              <a:latin typeface="Fira Code"/>
              <a:ea typeface="Fira Code"/>
              <a:cs typeface="Fira Code"/>
              <a:sym typeface="Fira Code"/>
            </a:endParaRPr>
          </a:p>
        </p:txBody>
      </p:sp>
      <p:sp>
        <p:nvSpPr>
          <p:cNvPr id="449" name="Google Shape;449;p24"/>
          <p:cNvSpPr txBox="1"/>
          <p:nvPr/>
        </p:nvSpPr>
        <p:spPr>
          <a:xfrm>
            <a:off x="946833" y="5565400"/>
            <a:ext cx="572000" cy="298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 sz="2400">
                <a:solidFill>
                  <a:srgbClr val="707070"/>
                </a:solidFill>
                <a:latin typeface="Fira Code"/>
                <a:ea typeface="Fira Code"/>
                <a:cs typeface="Fira Code"/>
                <a:sym typeface="Fira Code"/>
              </a:rPr>
              <a:t>14</a:t>
            </a:r>
            <a:endParaRPr sz="2400">
              <a:solidFill>
                <a:srgbClr val="707070"/>
              </a:solidFill>
              <a:latin typeface="Fira Code"/>
              <a:ea typeface="Fira Code"/>
              <a:cs typeface="Fira Code"/>
              <a:sym typeface="Fira Code"/>
            </a:endParaRPr>
          </a:p>
        </p:txBody>
      </p:sp>
    </p:spTree>
    <p:extLst>
      <p:ext uri="{BB962C8B-B14F-4D97-AF65-F5344CB8AC3E}">
        <p14:creationId xmlns:p14="http://schemas.microsoft.com/office/powerpoint/2010/main" val="190048568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74B686A-05F4-42C1-B42F-BC12B8611FAC}" type="datetimeFigureOut">
              <a:rPr lang="de-DE" smtClean="0"/>
              <a:t>16.03.2026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111AA65-535D-4BD9-8362-BE894C95934D}" type="slidenum">
              <a:rPr lang="de-DE" smtClean="0"/>
              <a:t>‹#›</a:t>
            </a:fld>
            <a:endParaRPr lang="de-DE"/>
          </a:p>
        </p:txBody>
      </p:sp>
    </p:spTree>
    <p:extLst>
      <p:ext uri="{BB962C8B-B14F-4D97-AF65-F5344CB8AC3E}">
        <p14:creationId xmlns:p14="http://schemas.microsoft.com/office/powerpoint/2010/main" val="318965791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B686A-05F4-42C1-B42F-BC12B8611FAC}" type="datetimeFigureOut">
              <a:rPr lang="de-DE" smtClean="0"/>
              <a:t>16.03.2026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111AA65-535D-4BD9-8362-BE894C95934D}" type="slidenum">
              <a:rPr lang="de-DE" smtClean="0"/>
              <a:t>‹#›</a:t>
            </a:fld>
            <a:endParaRPr lang="de-DE"/>
          </a:p>
        </p:txBody>
      </p:sp>
    </p:spTree>
    <p:extLst>
      <p:ext uri="{BB962C8B-B14F-4D97-AF65-F5344CB8AC3E}">
        <p14:creationId xmlns:p14="http://schemas.microsoft.com/office/powerpoint/2010/main" val="40933655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453"/>
        <p:cNvGrpSpPr/>
        <p:nvPr/>
      </p:nvGrpSpPr>
      <p:grpSpPr>
        <a:xfrm>
          <a:off x="0" y="0"/>
          <a:ext cx="0" cy="0"/>
          <a:chOff x="0" y="0"/>
          <a:chExt cx="0" cy="0"/>
        </a:xfrm>
      </p:grpSpPr>
    </p:spTree>
    <p:extLst>
      <p:ext uri="{BB962C8B-B14F-4D97-AF65-F5344CB8AC3E}">
        <p14:creationId xmlns:p14="http://schemas.microsoft.com/office/powerpoint/2010/main" val="33218824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806667" y="2366033"/>
            <a:ext cx="6820400" cy="26080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Clr>
                <a:srgbClr val="191919"/>
              </a:buClr>
              <a:buSzPts val="5200"/>
              <a:buNone/>
              <a:defRPr sz="9733">
                <a:latin typeface="Martel"/>
                <a:ea typeface="Martel"/>
                <a:cs typeface="Martel"/>
                <a:sym typeface="Martel"/>
              </a:defRPr>
            </a:lvl1pPr>
            <a:lvl2pPr lvl="1" algn="ctr">
              <a:spcBef>
                <a:spcPts val="0"/>
              </a:spcBef>
              <a:spcAft>
                <a:spcPts val="0"/>
              </a:spcAft>
              <a:buClr>
                <a:srgbClr val="191919"/>
              </a:buClr>
              <a:buSzPts val="5200"/>
              <a:buNone/>
              <a:defRPr sz="6933">
                <a:solidFill>
                  <a:srgbClr val="191919"/>
                </a:solidFill>
              </a:defRPr>
            </a:lvl2pPr>
            <a:lvl3pPr lvl="2" algn="ctr">
              <a:spcBef>
                <a:spcPts val="0"/>
              </a:spcBef>
              <a:spcAft>
                <a:spcPts val="0"/>
              </a:spcAft>
              <a:buClr>
                <a:srgbClr val="191919"/>
              </a:buClr>
              <a:buSzPts val="5200"/>
              <a:buNone/>
              <a:defRPr sz="6933">
                <a:solidFill>
                  <a:srgbClr val="191919"/>
                </a:solidFill>
              </a:defRPr>
            </a:lvl3pPr>
            <a:lvl4pPr lvl="3" algn="ctr">
              <a:spcBef>
                <a:spcPts val="0"/>
              </a:spcBef>
              <a:spcAft>
                <a:spcPts val="0"/>
              </a:spcAft>
              <a:buClr>
                <a:srgbClr val="191919"/>
              </a:buClr>
              <a:buSzPts val="5200"/>
              <a:buNone/>
              <a:defRPr sz="6933">
                <a:solidFill>
                  <a:srgbClr val="191919"/>
                </a:solidFill>
              </a:defRPr>
            </a:lvl4pPr>
            <a:lvl5pPr lvl="4" algn="ctr">
              <a:spcBef>
                <a:spcPts val="0"/>
              </a:spcBef>
              <a:spcAft>
                <a:spcPts val="0"/>
              </a:spcAft>
              <a:buClr>
                <a:srgbClr val="191919"/>
              </a:buClr>
              <a:buSzPts val="5200"/>
              <a:buNone/>
              <a:defRPr sz="6933">
                <a:solidFill>
                  <a:srgbClr val="191919"/>
                </a:solidFill>
              </a:defRPr>
            </a:lvl5pPr>
            <a:lvl6pPr lvl="5" algn="ctr">
              <a:spcBef>
                <a:spcPts val="0"/>
              </a:spcBef>
              <a:spcAft>
                <a:spcPts val="0"/>
              </a:spcAft>
              <a:buClr>
                <a:srgbClr val="191919"/>
              </a:buClr>
              <a:buSzPts val="5200"/>
              <a:buNone/>
              <a:defRPr sz="6933">
                <a:solidFill>
                  <a:srgbClr val="191919"/>
                </a:solidFill>
              </a:defRPr>
            </a:lvl6pPr>
            <a:lvl7pPr lvl="6" algn="ctr">
              <a:spcBef>
                <a:spcPts val="0"/>
              </a:spcBef>
              <a:spcAft>
                <a:spcPts val="0"/>
              </a:spcAft>
              <a:buClr>
                <a:srgbClr val="191919"/>
              </a:buClr>
              <a:buSzPts val="5200"/>
              <a:buNone/>
              <a:defRPr sz="6933">
                <a:solidFill>
                  <a:srgbClr val="191919"/>
                </a:solidFill>
              </a:defRPr>
            </a:lvl7pPr>
            <a:lvl8pPr lvl="7" algn="ctr">
              <a:spcBef>
                <a:spcPts val="0"/>
              </a:spcBef>
              <a:spcAft>
                <a:spcPts val="0"/>
              </a:spcAft>
              <a:buClr>
                <a:srgbClr val="191919"/>
              </a:buClr>
              <a:buSzPts val="5200"/>
              <a:buNone/>
              <a:defRPr sz="6933">
                <a:solidFill>
                  <a:srgbClr val="191919"/>
                </a:solidFill>
              </a:defRPr>
            </a:lvl8pPr>
            <a:lvl9pPr lvl="8" algn="ctr">
              <a:spcBef>
                <a:spcPts val="0"/>
              </a:spcBef>
              <a:spcAft>
                <a:spcPts val="0"/>
              </a:spcAft>
              <a:buClr>
                <a:srgbClr val="191919"/>
              </a:buClr>
              <a:buSzPts val="5200"/>
              <a:buNone/>
              <a:defRPr sz="6933">
                <a:solidFill>
                  <a:srgbClr val="191919"/>
                </a:solidFill>
              </a:defRPr>
            </a:lvl9pPr>
          </a:lstStyle>
          <a:p>
            <a:r>
              <a:rPr lang="en-US"/>
              <a:t>Click to edit Master title style</a:t>
            </a:r>
            <a:endParaRPr/>
          </a:p>
        </p:txBody>
      </p:sp>
      <p:sp>
        <p:nvSpPr>
          <p:cNvPr id="10" name="Google Shape;10;p2"/>
          <p:cNvSpPr txBox="1">
            <a:spLocks noGrp="1"/>
          </p:cNvSpPr>
          <p:nvPr>
            <p:ph type="subTitle" idx="1"/>
          </p:nvPr>
        </p:nvSpPr>
        <p:spPr>
          <a:xfrm>
            <a:off x="951267" y="5282367"/>
            <a:ext cx="6465600" cy="434000"/>
          </a:xfrm>
          <a:prstGeom prst="rect">
            <a:avLst/>
          </a:prstGeom>
          <a:solidFill>
            <a:srgbClr val="FEDADB"/>
          </a:solid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400"/>
              <a:buNone/>
              <a:defRPr sz="2133">
                <a:solidFill>
                  <a:schemeClr val="lt1"/>
                </a:solidFill>
                <a:latin typeface="Open Sans"/>
                <a:ea typeface="Open Sans"/>
                <a:cs typeface="Open Sans"/>
                <a:sym typeface="Open Sans"/>
              </a:defRPr>
            </a:lvl1pPr>
            <a:lvl2pPr lvl="1" algn="ctr">
              <a:lnSpc>
                <a:spcPct val="100000"/>
              </a:lnSpc>
              <a:spcBef>
                <a:spcPts val="0"/>
              </a:spcBef>
              <a:spcAft>
                <a:spcPts val="0"/>
              </a:spcAft>
              <a:buSzPts val="1800"/>
              <a:buNone/>
              <a:defRPr sz="2400"/>
            </a:lvl2pPr>
            <a:lvl3pPr lvl="2" algn="ctr">
              <a:lnSpc>
                <a:spcPct val="100000"/>
              </a:lnSpc>
              <a:spcBef>
                <a:spcPts val="0"/>
              </a:spcBef>
              <a:spcAft>
                <a:spcPts val="0"/>
              </a:spcAft>
              <a:buSzPts val="1800"/>
              <a:buNone/>
              <a:defRPr sz="2400"/>
            </a:lvl3pPr>
            <a:lvl4pPr lvl="3" algn="ctr">
              <a:lnSpc>
                <a:spcPct val="100000"/>
              </a:lnSpc>
              <a:spcBef>
                <a:spcPts val="0"/>
              </a:spcBef>
              <a:spcAft>
                <a:spcPts val="0"/>
              </a:spcAft>
              <a:buSzPts val="1800"/>
              <a:buNone/>
              <a:defRPr sz="2400"/>
            </a:lvl4pPr>
            <a:lvl5pPr lvl="4" algn="ctr">
              <a:lnSpc>
                <a:spcPct val="100000"/>
              </a:lnSpc>
              <a:spcBef>
                <a:spcPts val="0"/>
              </a:spcBef>
              <a:spcAft>
                <a:spcPts val="0"/>
              </a:spcAft>
              <a:buSzPts val="1800"/>
              <a:buNone/>
              <a:defRPr sz="2400"/>
            </a:lvl5pPr>
            <a:lvl6pPr lvl="5" algn="ctr">
              <a:lnSpc>
                <a:spcPct val="100000"/>
              </a:lnSpc>
              <a:spcBef>
                <a:spcPts val="0"/>
              </a:spcBef>
              <a:spcAft>
                <a:spcPts val="0"/>
              </a:spcAft>
              <a:buSzPts val="1800"/>
              <a:buNone/>
              <a:defRPr sz="2400"/>
            </a:lvl6pPr>
            <a:lvl7pPr lvl="6" algn="ctr">
              <a:lnSpc>
                <a:spcPct val="100000"/>
              </a:lnSpc>
              <a:spcBef>
                <a:spcPts val="0"/>
              </a:spcBef>
              <a:spcAft>
                <a:spcPts val="0"/>
              </a:spcAft>
              <a:buSzPts val="1800"/>
              <a:buNone/>
              <a:defRPr sz="2400"/>
            </a:lvl7pPr>
            <a:lvl8pPr lvl="7" algn="ctr">
              <a:lnSpc>
                <a:spcPct val="100000"/>
              </a:lnSpc>
              <a:spcBef>
                <a:spcPts val="0"/>
              </a:spcBef>
              <a:spcAft>
                <a:spcPts val="0"/>
              </a:spcAft>
              <a:buSzPts val="1800"/>
              <a:buNone/>
              <a:defRPr sz="2400"/>
            </a:lvl8pPr>
            <a:lvl9pPr lvl="8" algn="ctr">
              <a:lnSpc>
                <a:spcPct val="100000"/>
              </a:lnSpc>
              <a:spcBef>
                <a:spcPts val="0"/>
              </a:spcBef>
              <a:spcAft>
                <a:spcPts val="0"/>
              </a:spcAft>
              <a:buSzPts val="1800"/>
              <a:buNone/>
              <a:defRPr sz="2400"/>
            </a:lvl9pPr>
          </a:lstStyle>
          <a:p>
            <a:r>
              <a:rPr lang="en-US"/>
              <a:t>Click to edit Master subtitle style</a:t>
            </a:r>
            <a:endParaRPr/>
          </a:p>
        </p:txBody>
      </p:sp>
    </p:spTree>
    <p:extLst>
      <p:ext uri="{BB962C8B-B14F-4D97-AF65-F5344CB8AC3E}">
        <p14:creationId xmlns:p14="http://schemas.microsoft.com/office/powerpoint/2010/main" val="268694510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5166460" y="1614569"/>
            <a:ext cx="3799200" cy="875200"/>
          </a:xfrm>
          <a:prstGeom prst="rect">
            <a:avLst/>
          </a:prstGeom>
          <a:ln>
            <a:noFill/>
          </a:ln>
        </p:spPr>
        <p:txBody>
          <a:bodyPr spcFirstLastPara="1" wrap="square" lIns="91425" tIns="91425" rIns="91425" bIns="91425" anchor="ctr" anchorCtr="0">
            <a:noAutofit/>
          </a:bodyPr>
          <a:lstStyle>
            <a:lvl1pPr lvl="0">
              <a:spcBef>
                <a:spcPts val="0"/>
              </a:spcBef>
              <a:spcAft>
                <a:spcPts val="0"/>
              </a:spcAft>
              <a:buSzPts val="3600"/>
              <a:buNone/>
              <a:defRPr sz="5467"/>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r>
              <a:rPr lang="en-US"/>
              <a:t>Click to edit Master title style</a:t>
            </a:r>
            <a:endParaRPr/>
          </a:p>
        </p:txBody>
      </p:sp>
      <p:sp>
        <p:nvSpPr>
          <p:cNvPr id="13" name="Google Shape;13;p3"/>
          <p:cNvSpPr txBox="1">
            <a:spLocks noGrp="1"/>
          </p:cNvSpPr>
          <p:nvPr>
            <p:ph type="title" idx="2" hasCustomPrompt="1"/>
          </p:nvPr>
        </p:nvSpPr>
        <p:spPr>
          <a:xfrm>
            <a:off x="3619260" y="1475472"/>
            <a:ext cx="1547200" cy="875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14" name="Google Shape;14;p3"/>
          <p:cNvSpPr txBox="1">
            <a:spLocks noGrp="1"/>
          </p:cNvSpPr>
          <p:nvPr>
            <p:ph type="subTitle" idx="1"/>
          </p:nvPr>
        </p:nvSpPr>
        <p:spPr>
          <a:xfrm>
            <a:off x="3226340" y="2573040"/>
            <a:ext cx="5737200" cy="458400"/>
          </a:xfrm>
          <a:prstGeom prst="rect">
            <a:avLst/>
          </a:prstGeom>
          <a:solidFill>
            <a:schemeClr val="lt2"/>
          </a:solid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61423305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7" name="Google Shape;17;p4"/>
          <p:cNvSpPr txBox="1">
            <a:spLocks noGrp="1"/>
          </p:cNvSpPr>
          <p:nvPr>
            <p:ph type="body" idx="1"/>
          </p:nvPr>
        </p:nvSpPr>
        <p:spPr>
          <a:xfrm flipH="1">
            <a:off x="960000" y="1212833"/>
            <a:ext cx="10272000" cy="4926000"/>
          </a:xfrm>
          <a:prstGeom prst="rect">
            <a:avLst/>
          </a:prstGeom>
        </p:spPr>
        <p:txBody>
          <a:bodyPr spcFirstLastPara="1" wrap="square" lIns="91425" tIns="91425" rIns="91425" bIns="91425" anchor="t" anchorCtr="0">
            <a:noAutofit/>
          </a:bodyPr>
          <a:lstStyle>
            <a:lvl1pPr marL="609585" lvl="0" indent="-406390" rtl="0">
              <a:lnSpc>
                <a:spcPct val="100000"/>
              </a:lnSpc>
              <a:spcBef>
                <a:spcPts val="0"/>
              </a:spcBef>
              <a:spcAft>
                <a:spcPts val="0"/>
              </a:spcAft>
              <a:buSzPts val="1200"/>
              <a:buAutoNum type="arabicPeriod"/>
              <a:defRPr sz="1600">
                <a:solidFill>
                  <a:srgbClr val="434343"/>
                </a:solidFill>
              </a:defRPr>
            </a:lvl1pPr>
            <a:lvl2pPr marL="1219170" lvl="1" indent="-406390" rtl="0">
              <a:lnSpc>
                <a:spcPct val="115000"/>
              </a:lnSpc>
              <a:spcBef>
                <a:spcPts val="0"/>
              </a:spcBef>
              <a:spcAft>
                <a:spcPts val="0"/>
              </a:spcAft>
              <a:buClr>
                <a:schemeClr val="lt1"/>
              </a:buClr>
              <a:buSzPts val="1200"/>
              <a:buFont typeface="Roboto Condensed Light"/>
              <a:buAutoNum type="alphaLcPeriod"/>
              <a:defRPr>
                <a:solidFill>
                  <a:srgbClr val="434343"/>
                </a:solidFill>
              </a:defRPr>
            </a:lvl2pPr>
            <a:lvl3pPr marL="1828754" lvl="2" indent="-406390" rtl="0">
              <a:lnSpc>
                <a:spcPct val="115000"/>
              </a:lnSpc>
              <a:spcBef>
                <a:spcPts val="0"/>
              </a:spcBef>
              <a:spcAft>
                <a:spcPts val="0"/>
              </a:spcAft>
              <a:buClr>
                <a:schemeClr val="lt1"/>
              </a:buClr>
              <a:buSzPts val="1200"/>
              <a:buFont typeface="Roboto Condensed Light"/>
              <a:buAutoNum type="romanLcPeriod"/>
              <a:defRPr>
                <a:solidFill>
                  <a:srgbClr val="434343"/>
                </a:solidFill>
              </a:defRPr>
            </a:lvl3pPr>
            <a:lvl4pPr marL="2438339" lvl="3" indent="-406390" rtl="0">
              <a:lnSpc>
                <a:spcPct val="115000"/>
              </a:lnSpc>
              <a:spcBef>
                <a:spcPts val="0"/>
              </a:spcBef>
              <a:spcAft>
                <a:spcPts val="0"/>
              </a:spcAft>
              <a:buClr>
                <a:schemeClr val="lt1"/>
              </a:buClr>
              <a:buSzPts val="1200"/>
              <a:buFont typeface="Roboto Condensed Light"/>
              <a:buAutoNum type="arabicPeriod"/>
              <a:defRPr>
                <a:solidFill>
                  <a:srgbClr val="434343"/>
                </a:solidFill>
              </a:defRPr>
            </a:lvl4pPr>
            <a:lvl5pPr marL="3047924" lvl="4" indent="-406390" rtl="0">
              <a:lnSpc>
                <a:spcPct val="115000"/>
              </a:lnSpc>
              <a:spcBef>
                <a:spcPts val="0"/>
              </a:spcBef>
              <a:spcAft>
                <a:spcPts val="0"/>
              </a:spcAft>
              <a:buClr>
                <a:schemeClr val="lt1"/>
              </a:buClr>
              <a:buSzPts val="1200"/>
              <a:buFont typeface="Roboto Condensed Light"/>
              <a:buAutoNum type="alphaLcPeriod"/>
              <a:defRPr>
                <a:solidFill>
                  <a:srgbClr val="434343"/>
                </a:solidFill>
              </a:defRPr>
            </a:lvl5pPr>
            <a:lvl6pPr marL="3657509" lvl="5" indent="-406390" rtl="0">
              <a:lnSpc>
                <a:spcPct val="115000"/>
              </a:lnSpc>
              <a:spcBef>
                <a:spcPts val="0"/>
              </a:spcBef>
              <a:spcAft>
                <a:spcPts val="0"/>
              </a:spcAft>
              <a:buClr>
                <a:schemeClr val="lt1"/>
              </a:buClr>
              <a:buSzPts val="1200"/>
              <a:buFont typeface="Roboto Condensed Light"/>
              <a:buAutoNum type="romanLcPeriod"/>
              <a:defRPr>
                <a:solidFill>
                  <a:srgbClr val="434343"/>
                </a:solidFill>
              </a:defRPr>
            </a:lvl6pPr>
            <a:lvl7pPr marL="4267093" lvl="6" indent="-406390" rtl="0">
              <a:lnSpc>
                <a:spcPct val="115000"/>
              </a:lnSpc>
              <a:spcBef>
                <a:spcPts val="0"/>
              </a:spcBef>
              <a:spcAft>
                <a:spcPts val="0"/>
              </a:spcAft>
              <a:buClr>
                <a:schemeClr val="lt1"/>
              </a:buClr>
              <a:buSzPts val="1200"/>
              <a:buFont typeface="Roboto Condensed Light"/>
              <a:buAutoNum type="arabicPeriod"/>
              <a:defRPr>
                <a:solidFill>
                  <a:srgbClr val="434343"/>
                </a:solidFill>
              </a:defRPr>
            </a:lvl7pPr>
            <a:lvl8pPr marL="4876678" lvl="7" indent="-406390" rtl="0">
              <a:lnSpc>
                <a:spcPct val="115000"/>
              </a:lnSpc>
              <a:spcBef>
                <a:spcPts val="0"/>
              </a:spcBef>
              <a:spcAft>
                <a:spcPts val="0"/>
              </a:spcAft>
              <a:buClr>
                <a:schemeClr val="lt1"/>
              </a:buClr>
              <a:buSzPts val="1200"/>
              <a:buFont typeface="Roboto Condensed Light"/>
              <a:buAutoNum type="alphaLcPeriod"/>
              <a:defRPr>
                <a:solidFill>
                  <a:srgbClr val="434343"/>
                </a:solidFill>
              </a:defRPr>
            </a:lvl8pPr>
            <a:lvl9pPr marL="5486263" lvl="8" indent="-406390" rtl="0">
              <a:lnSpc>
                <a:spcPct val="115000"/>
              </a:lnSpc>
              <a:spcBef>
                <a:spcPts val="0"/>
              </a:spcBef>
              <a:spcAft>
                <a:spcPts val="0"/>
              </a:spcAft>
              <a:buClr>
                <a:schemeClr val="lt1"/>
              </a:buClr>
              <a:buSzPts val="1200"/>
              <a:buFont typeface="Roboto Condensed Light"/>
              <a:buAutoNum type="romanLcPeriod"/>
              <a:defRPr>
                <a:solidFill>
                  <a:srgbClr val="434343"/>
                </a:solidFill>
              </a:defRPr>
            </a:lvl9pPr>
          </a:lstStyle>
          <a:p>
            <a:pPr lvl="0"/>
            <a:r>
              <a:rPr lang="en-US"/>
              <a:t>Click to edit Master text styles</a:t>
            </a:r>
          </a:p>
        </p:txBody>
      </p:sp>
      <p:cxnSp>
        <p:nvCxnSpPr>
          <p:cNvPr id="18" name="Google Shape;18;p4"/>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19" name="Google Shape;19;p4"/>
          <p:cNvSpPr/>
          <p:nvPr/>
        </p:nvSpPr>
        <p:spPr>
          <a:xfrm>
            <a:off x="305233" y="171000"/>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0" name="Google Shape;20;p4"/>
          <p:cNvSpPr/>
          <p:nvPr/>
        </p:nvSpPr>
        <p:spPr>
          <a:xfrm>
            <a:off x="11232000" y="5676067"/>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2055498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21"/>
        <p:cNvGrpSpPr/>
        <p:nvPr/>
      </p:nvGrpSpPr>
      <p:grpSpPr>
        <a:xfrm>
          <a:off x="0" y="0"/>
          <a:ext cx="0" cy="0"/>
          <a:chOff x="0" y="0"/>
          <a:chExt cx="0" cy="0"/>
        </a:xfrm>
      </p:grpSpPr>
      <p:sp>
        <p:nvSpPr>
          <p:cNvPr id="22" name="Google Shape;22;p5"/>
          <p:cNvSpPr txBox="1">
            <a:spLocks noGrp="1"/>
          </p:cNvSpPr>
          <p:nvPr>
            <p:ph type="subTitle" idx="1"/>
          </p:nvPr>
        </p:nvSpPr>
        <p:spPr>
          <a:xfrm>
            <a:off x="1773177" y="3134000"/>
            <a:ext cx="3772400" cy="514800"/>
          </a:xfrm>
          <a:prstGeom prst="rect">
            <a:avLst/>
          </a:prstGeom>
          <a:solidFill>
            <a:schemeClr val="lt2"/>
          </a:solidFill>
        </p:spPr>
        <p:txBody>
          <a:bodyPr spcFirstLastPara="1" wrap="square" lIns="91425" tIns="91425" rIns="91425" bIns="91425" anchor="ctr" anchorCtr="0">
            <a:noAutofit/>
          </a:bodyPr>
          <a:lstStyle>
            <a:lvl1pPr lvl="0" algn="ctr">
              <a:lnSpc>
                <a:spcPct val="100000"/>
              </a:lnSpc>
              <a:spcBef>
                <a:spcPts val="0"/>
              </a:spcBef>
              <a:spcAft>
                <a:spcPts val="0"/>
              </a:spcAft>
              <a:buSzPts val="2500"/>
              <a:buFont typeface="Bebas Neue"/>
              <a:buNone/>
              <a:defRPr sz="2667">
                <a:latin typeface="Martel"/>
                <a:ea typeface="Martel"/>
                <a:cs typeface="Martel"/>
                <a:sym typeface="Martel"/>
              </a:defRPr>
            </a:lvl1pPr>
            <a:lvl2pPr lvl="1" algn="ctr">
              <a:lnSpc>
                <a:spcPct val="100000"/>
              </a:lnSpc>
              <a:spcBef>
                <a:spcPts val="0"/>
              </a:spcBef>
              <a:spcAft>
                <a:spcPts val="0"/>
              </a:spcAft>
              <a:buSzPts val="2500"/>
              <a:buFont typeface="Bebas Neue"/>
              <a:buNone/>
              <a:defRPr sz="3333">
                <a:latin typeface="Bebas Neue"/>
                <a:ea typeface="Bebas Neue"/>
                <a:cs typeface="Bebas Neue"/>
                <a:sym typeface="Bebas Neue"/>
              </a:defRPr>
            </a:lvl2pPr>
            <a:lvl3pPr lvl="2" algn="ctr">
              <a:lnSpc>
                <a:spcPct val="100000"/>
              </a:lnSpc>
              <a:spcBef>
                <a:spcPts val="0"/>
              </a:spcBef>
              <a:spcAft>
                <a:spcPts val="0"/>
              </a:spcAft>
              <a:buSzPts val="2500"/>
              <a:buFont typeface="Bebas Neue"/>
              <a:buNone/>
              <a:defRPr sz="3333">
                <a:latin typeface="Bebas Neue"/>
                <a:ea typeface="Bebas Neue"/>
                <a:cs typeface="Bebas Neue"/>
                <a:sym typeface="Bebas Neue"/>
              </a:defRPr>
            </a:lvl3pPr>
            <a:lvl4pPr lvl="3" algn="ctr">
              <a:lnSpc>
                <a:spcPct val="100000"/>
              </a:lnSpc>
              <a:spcBef>
                <a:spcPts val="0"/>
              </a:spcBef>
              <a:spcAft>
                <a:spcPts val="0"/>
              </a:spcAft>
              <a:buSzPts val="2500"/>
              <a:buFont typeface="Bebas Neue"/>
              <a:buNone/>
              <a:defRPr sz="3333">
                <a:latin typeface="Bebas Neue"/>
                <a:ea typeface="Bebas Neue"/>
                <a:cs typeface="Bebas Neue"/>
                <a:sym typeface="Bebas Neue"/>
              </a:defRPr>
            </a:lvl4pPr>
            <a:lvl5pPr lvl="4" algn="ctr">
              <a:lnSpc>
                <a:spcPct val="100000"/>
              </a:lnSpc>
              <a:spcBef>
                <a:spcPts val="0"/>
              </a:spcBef>
              <a:spcAft>
                <a:spcPts val="0"/>
              </a:spcAft>
              <a:buSzPts val="2500"/>
              <a:buFont typeface="Bebas Neue"/>
              <a:buNone/>
              <a:defRPr sz="3333">
                <a:latin typeface="Bebas Neue"/>
                <a:ea typeface="Bebas Neue"/>
                <a:cs typeface="Bebas Neue"/>
                <a:sym typeface="Bebas Neue"/>
              </a:defRPr>
            </a:lvl5pPr>
            <a:lvl6pPr lvl="5" algn="ctr">
              <a:lnSpc>
                <a:spcPct val="100000"/>
              </a:lnSpc>
              <a:spcBef>
                <a:spcPts val="0"/>
              </a:spcBef>
              <a:spcAft>
                <a:spcPts val="0"/>
              </a:spcAft>
              <a:buSzPts val="2500"/>
              <a:buFont typeface="Bebas Neue"/>
              <a:buNone/>
              <a:defRPr sz="3333">
                <a:latin typeface="Bebas Neue"/>
                <a:ea typeface="Bebas Neue"/>
                <a:cs typeface="Bebas Neue"/>
                <a:sym typeface="Bebas Neue"/>
              </a:defRPr>
            </a:lvl6pPr>
            <a:lvl7pPr lvl="6" algn="ctr">
              <a:lnSpc>
                <a:spcPct val="100000"/>
              </a:lnSpc>
              <a:spcBef>
                <a:spcPts val="0"/>
              </a:spcBef>
              <a:spcAft>
                <a:spcPts val="0"/>
              </a:spcAft>
              <a:buSzPts val="2500"/>
              <a:buFont typeface="Bebas Neue"/>
              <a:buNone/>
              <a:defRPr sz="3333">
                <a:latin typeface="Bebas Neue"/>
                <a:ea typeface="Bebas Neue"/>
                <a:cs typeface="Bebas Neue"/>
                <a:sym typeface="Bebas Neue"/>
              </a:defRPr>
            </a:lvl7pPr>
            <a:lvl8pPr lvl="7" algn="ctr">
              <a:lnSpc>
                <a:spcPct val="100000"/>
              </a:lnSpc>
              <a:spcBef>
                <a:spcPts val="0"/>
              </a:spcBef>
              <a:spcAft>
                <a:spcPts val="0"/>
              </a:spcAft>
              <a:buSzPts val="2500"/>
              <a:buFont typeface="Bebas Neue"/>
              <a:buNone/>
              <a:defRPr sz="3333">
                <a:latin typeface="Bebas Neue"/>
                <a:ea typeface="Bebas Neue"/>
                <a:cs typeface="Bebas Neue"/>
                <a:sym typeface="Bebas Neue"/>
              </a:defRPr>
            </a:lvl8pPr>
            <a:lvl9pPr lvl="8" algn="ctr">
              <a:lnSpc>
                <a:spcPct val="100000"/>
              </a:lnSpc>
              <a:spcBef>
                <a:spcPts val="0"/>
              </a:spcBef>
              <a:spcAft>
                <a:spcPts val="0"/>
              </a:spcAft>
              <a:buSzPts val="2500"/>
              <a:buFont typeface="Bebas Neue"/>
              <a:buNone/>
              <a:defRPr sz="3333">
                <a:latin typeface="Bebas Neue"/>
                <a:ea typeface="Bebas Neue"/>
                <a:cs typeface="Bebas Neue"/>
                <a:sym typeface="Bebas Neue"/>
              </a:defRPr>
            </a:lvl9pPr>
          </a:lstStyle>
          <a:p>
            <a:r>
              <a:rPr lang="en-US"/>
              <a:t>Click to edit Master subtitle style</a:t>
            </a:r>
            <a:endParaRPr/>
          </a:p>
        </p:txBody>
      </p:sp>
      <p:sp>
        <p:nvSpPr>
          <p:cNvPr id="23" name="Google Shape;23;p5"/>
          <p:cNvSpPr txBox="1">
            <a:spLocks noGrp="1"/>
          </p:cNvSpPr>
          <p:nvPr>
            <p:ph type="subTitle" idx="2"/>
          </p:nvPr>
        </p:nvSpPr>
        <p:spPr>
          <a:xfrm>
            <a:off x="6646369" y="3134000"/>
            <a:ext cx="3772400" cy="514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667">
                <a:latin typeface="Martel"/>
                <a:ea typeface="Martel"/>
                <a:cs typeface="Martel"/>
                <a:sym typeface="Martel"/>
              </a:defRPr>
            </a:lvl1pPr>
            <a:lvl2pPr lvl="1" algn="ctr" rtl="0">
              <a:lnSpc>
                <a:spcPct val="100000"/>
              </a:lnSpc>
              <a:spcBef>
                <a:spcPts val="0"/>
              </a:spcBef>
              <a:spcAft>
                <a:spcPts val="0"/>
              </a:spcAft>
              <a:buSzPts val="2500"/>
              <a:buFont typeface="Bebas Neue"/>
              <a:buNone/>
              <a:defRPr sz="3333">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3333">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3333">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3333">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3333">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3333">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3333">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3333">
                <a:latin typeface="Bebas Neue"/>
                <a:ea typeface="Bebas Neue"/>
                <a:cs typeface="Bebas Neue"/>
                <a:sym typeface="Bebas Neue"/>
              </a:defRPr>
            </a:lvl9pPr>
          </a:lstStyle>
          <a:p>
            <a:r>
              <a:rPr lang="en-US"/>
              <a:t>Click to edit Master subtitle style</a:t>
            </a:r>
            <a:endParaRPr/>
          </a:p>
        </p:txBody>
      </p:sp>
      <p:sp>
        <p:nvSpPr>
          <p:cNvPr id="24" name="Google Shape;24;p5"/>
          <p:cNvSpPr txBox="1">
            <a:spLocks noGrp="1"/>
          </p:cNvSpPr>
          <p:nvPr>
            <p:ph type="subTitle" idx="3"/>
          </p:nvPr>
        </p:nvSpPr>
        <p:spPr>
          <a:xfrm>
            <a:off x="1773163" y="3667300"/>
            <a:ext cx="3772400" cy="1499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5" name="Google Shape;25;p5"/>
          <p:cNvSpPr txBox="1">
            <a:spLocks noGrp="1"/>
          </p:cNvSpPr>
          <p:nvPr>
            <p:ph type="subTitle" idx="4"/>
          </p:nvPr>
        </p:nvSpPr>
        <p:spPr>
          <a:xfrm>
            <a:off x="6646381" y="3667300"/>
            <a:ext cx="3772400" cy="1499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26" name="Google Shape;26;p5"/>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27" name="Google Shape;27;p5"/>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28" name="Google Shape;28;p5"/>
          <p:cNvSpPr/>
          <p:nvPr/>
        </p:nvSpPr>
        <p:spPr>
          <a:xfrm>
            <a:off x="510967" y="1615317"/>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9" name="Google Shape;29;p5"/>
          <p:cNvSpPr/>
          <p:nvPr/>
        </p:nvSpPr>
        <p:spPr>
          <a:xfrm>
            <a:off x="10801033" y="5676067"/>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4259374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32" name="Google Shape;32;p6"/>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33" name="Google Shape;33;p6"/>
          <p:cNvSpPr/>
          <p:nvPr/>
        </p:nvSpPr>
        <p:spPr>
          <a:xfrm>
            <a:off x="324700"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4" name="Google Shape;34;p6"/>
          <p:cNvSpPr/>
          <p:nvPr/>
        </p:nvSpPr>
        <p:spPr>
          <a:xfrm>
            <a:off x="11127333" y="5782819"/>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6906218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5"/>
        <p:cNvGrpSpPr/>
        <p:nvPr/>
      </p:nvGrpSpPr>
      <p:grpSpPr>
        <a:xfrm>
          <a:off x="0" y="0"/>
          <a:ext cx="0" cy="0"/>
          <a:chOff x="0" y="0"/>
          <a:chExt cx="0" cy="0"/>
        </a:xfrm>
      </p:grpSpPr>
      <p:sp>
        <p:nvSpPr>
          <p:cNvPr id="36" name="Google Shape;36;p7"/>
          <p:cNvSpPr txBox="1">
            <a:spLocks noGrp="1"/>
          </p:cNvSpPr>
          <p:nvPr>
            <p:ph type="body" idx="1"/>
          </p:nvPr>
        </p:nvSpPr>
        <p:spPr>
          <a:xfrm>
            <a:off x="957600" y="1458667"/>
            <a:ext cx="5103200" cy="4680000"/>
          </a:xfrm>
          <a:prstGeom prst="rect">
            <a:avLst/>
          </a:prstGeom>
        </p:spPr>
        <p:txBody>
          <a:bodyPr spcFirstLastPara="1" wrap="square" lIns="91425" tIns="91425" rIns="91425" bIns="91425" anchor="ctr" anchorCtr="0">
            <a:noAutofit/>
          </a:bodyPr>
          <a:lstStyle>
            <a:lvl1pPr marL="609585" lvl="0" indent="-423323" rtl="0">
              <a:lnSpc>
                <a:spcPct val="100000"/>
              </a:lnSpc>
              <a:spcBef>
                <a:spcPts val="0"/>
              </a:spcBef>
              <a:spcAft>
                <a:spcPts val="0"/>
              </a:spcAft>
              <a:buClr>
                <a:srgbClr val="434343"/>
              </a:buClr>
              <a:buSzPts val="1400"/>
              <a:buChar char="●"/>
              <a:defRPr sz="1867">
                <a:solidFill>
                  <a:srgbClr val="434343"/>
                </a:solidFill>
              </a:defRPr>
            </a:lvl1pPr>
            <a:lvl2pPr marL="1219170" lvl="1" indent="-423323" rtl="0">
              <a:lnSpc>
                <a:spcPct val="115000"/>
              </a:lnSpc>
              <a:spcBef>
                <a:spcPts val="0"/>
              </a:spcBef>
              <a:spcAft>
                <a:spcPts val="0"/>
              </a:spcAft>
              <a:buClr>
                <a:srgbClr val="434343"/>
              </a:buClr>
              <a:buSzPts val="1400"/>
              <a:buChar char="○"/>
              <a:defRPr>
                <a:solidFill>
                  <a:srgbClr val="434343"/>
                </a:solidFill>
              </a:defRPr>
            </a:lvl2pPr>
            <a:lvl3pPr marL="1828754" lvl="2" indent="-423323" rtl="0">
              <a:lnSpc>
                <a:spcPct val="115000"/>
              </a:lnSpc>
              <a:spcBef>
                <a:spcPts val="0"/>
              </a:spcBef>
              <a:spcAft>
                <a:spcPts val="0"/>
              </a:spcAft>
              <a:buClr>
                <a:srgbClr val="434343"/>
              </a:buClr>
              <a:buSzPts val="1400"/>
              <a:buChar char="■"/>
              <a:defRPr>
                <a:solidFill>
                  <a:srgbClr val="434343"/>
                </a:solidFill>
              </a:defRPr>
            </a:lvl3pPr>
            <a:lvl4pPr marL="2438339" lvl="3" indent="-423323" rtl="0">
              <a:lnSpc>
                <a:spcPct val="115000"/>
              </a:lnSpc>
              <a:spcBef>
                <a:spcPts val="0"/>
              </a:spcBef>
              <a:spcAft>
                <a:spcPts val="0"/>
              </a:spcAft>
              <a:buClr>
                <a:srgbClr val="434343"/>
              </a:buClr>
              <a:buSzPts val="1400"/>
              <a:buChar char="●"/>
              <a:defRPr>
                <a:solidFill>
                  <a:srgbClr val="434343"/>
                </a:solidFill>
              </a:defRPr>
            </a:lvl4pPr>
            <a:lvl5pPr marL="3047924" lvl="4" indent="-423323" rtl="0">
              <a:lnSpc>
                <a:spcPct val="115000"/>
              </a:lnSpc>
              <a:spcBef>
                <a:spcPts val="0"/>
              </a:spcBef>
              <a:spcAft>
                <a:spcPts val="0"/>
              </a:spcAft>
              <a:buClr>
                <a:srgbClr val="434343"/>
              </a:buClr>
              <a:buSzPts val="1400"/>
              <a:buChar char="○"/>
              <a:defRPr>
                <a:solidFill>
                  <a:srgbClr val="434343"/>
                </a:solidFill>
              </a:defRPr>
            </a:lvl5pPr>
            <a:lvl6pPr marL="3657509" lvl="5" indent="-423323" rtl="0">
              <a:lnSpc>
                <a:spcPct val="115000"/>
              </a:lnSpc>
              <a:spcBef>
                <a:spcPts val="0"/>
              </a:spcBef>
              <a:spcAft>
                <a:spcPts val="0"/>
              </a:spcAft>
              <a:buClr>
                <a:srgbClr val="434343"/>
              </a:buClr>
              <a:buSzPts val="1400"/>
              <a:buChar char="■"/>
              <a:defRPr>
                <a:solidFill>
                  <a:srgbClr val="434343"/>
                </a:solidFill>
              </a:defRPr>
            </a:lvl6pPr>
            <a:lvl7pPr marL="4267093" lvl="6" indent="-423323" rtl="0">
              <a:lnSpc>
                <a:spcPct val="115000"/>
              </a:lnSpc>
              <a:spcBef>
                <a:spcPts val="0"/>
              </a:spcBef>
              <a:spcAft>
                <a:spcPts val="0"/>
              </a:spcAft>
              <a:buClr>
                <a:srgbClr val="434343"/>
              </a:buClr>
              <a:buSzPts val="1400"/>
              <a:buChar char="●"/>
              <a:defRPr>
                <a:solidFill>
                  <a:srgbClr val="434343"/>
                </a:solidFill>
              </a:defRPr>
            </a:lvl7pPr>
            <a:lvl8pPr marL="4876678" lvl="7" indent="-423323" rtl="0">
              <a:lnSpc>
                <a:spcPct val="115000"/>
              </a:lnSpc>
              <a:spcBef>
                <a:spcPts val="0"/>
              </a:spcBef>
              <a:spcAft>
                <a:spcPts val="0"/>
              </a:spcAft>
              <a:buClr>
                <a:srgbClr val="434343"/>
              </a:buClr>
              <a:buSzPts val="1400"/>
              <a:buChar char="○"/>
              <a:defRPr>
                <a:solidFill>
                  <a:srgbClr val="434343"/>
                </a:solidFill>
              </a:defRPr>
            </a:lvl8pPr>
            <a:lvl9pPr marL="5486263" lvl="8" indent="-423323" rtl="0">
              <a:lnSpc>
                <a:spcPct val="115000"/>
              </a:lnSpc>
              <a:spcBef>
                <a:spcPts val="0"/>
              </a:spcBef>
              <a:spcAft>
                <a:spcPts val="0"/>
              </a:spcAft>
              <a:buClr>
                <a:srgbClr val="434343"/>
              </a:buClr>
              <a:buSzPts val="1400"/>
              <a:buChar char="■"/>
              <a:defRPr>
                <a:solidFill>
                  <a:srgbClr val="434343"/>
                </a:solidFill>
              </a:defRPr>
            </a:lvl9pPr>
          </a:lstStyle>
          <a:p>
            <a:pPr lvl="0"/>
            <a:r>
              <a:rPr lang="en-US"/>
              <a:t>Click to edit Master text styles</a:t>
            </a:r>
          </a:p>
        </p:txBody>
      </p:sp>
      <p:sp>
        <p:nvSpPr>
          <p:cNvPr id="37" name="Google Shape;37;p7"/>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38" name="Google Shape;38;p7"/>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39" name="Google Shape;39;p7"/>
          <p:cNvSpPr/>
          <p:nvPr/>
        </p:nvSpPr>
        <p:spPr>
          <a:xfrm>
            <a:off x="418533" y="106519"/>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78520488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40"/>
        <p:cNvGrpSpPr/>
        <p:nvPr/>
      </p:nvGrpSpPr>
      <p:grpSpPr>
        <a:xfrm>
          <a:off x="0" y="0"/>
          <a:ext cx="0" cy="0"/>
          <a:chOff x="0" y="0"/>
          <a:chExt cx="0" cy="0"/>
        </a:xfrm>
      </p:grpSpPr>
      <p:sp>
        <p:nvSpPr>
          <p:cNvPr id="41" name="Google Shape;41;p8"/>
          <p:cNvSpPr txBox="1">
            <a:spLocks noGrp="1"/>
          </p:cNvSpPr>
          <p:nvPr>
            <p:ph type="title"/>
          </p:nvPr>
        </p:nvSpPr>
        <p:spPr>
          <a:xfrm>
            <a:off x="2394800" y="2297013"/>
            <a:ext cx="7402400" cy="3372400"/>
          </a:xfrm>
          <a:prstGeom prst="rect">
            <a:avLst/>
          </a:prstGeom>
          <a:ln>
            <a:noFill/>
          </a:ln>
        </p:spPr>
        <p:txBody>
          <a:bodyPr spcFirstLastPara="1" wrap="square" lIns="91425" tIns="91425" rIns="91425" bIns="91425" anchor="ctr" anchorCtr="0">
            <a:noAutofit/>
          </a:bodyPr>
          <a:lstStyle>
            <a:lvl1pPr lvl="0" algn="ctr">
              <a:spcBef>
                <a:spcPts val="0"/>
              </a:spcBef>
              <a:spcAft>
                <a:spcPts val="0"/>
              </a:spcAft>
              <a:buSzPts val="6000"/>
              <a:buNone/>
              <a:defRPr sz="9333"/>
            </a:lvl1pPr>
            <a:lvl2pPr lvl="1" algn="ctr">
              <a:spcBef>
                <a:spcPts val="0"/>
              </a:spcBef>
              <a:spcAft>
                <a:spcPts val="0"/>
              </a:spcAft>
              <a:buSzPts val="6000"/>
              <a:buNone/>
              <a:defRPr sz="8000"/>
            </a:lvl2pPr>
            <a:lvl3pPr lvl="2" algn="ctr">
              <a:spcBef>
                <a:spcPts val="0"/>
              </a:spcBef>
              <a:spcAft>
                <a:spcPts val="0"/>
              </a:spcAft>
              <a:buSzPts val="6000"/>
              <a:buNone/>
              <a:defRPr sz="8000"/>
            </a:lvl3pPr>
            <a:lvl4pPr lvl="3" algn="ctr">
              <a:spcBef>
                <a:spcPts val="0"/>
              </a:spcBef>
              <a:spcAft>
                <a:spcPts val="0"/>
              </a:spcAft>
              <a:buSzPts val="6000"/>
              <a:buNone/>
              <a:defRPr sz="8000"/>
            </a:lvl4pPr>
            <a:lvl5pPr lvl="4" algn="ctr">
              <a:spcBef>
                <a:spcPts val="0"/>
              </a:spcBef>
              <a:spcAft>
                <a:spcPts val="0"/>
              </a:spcAft>
              <a:buSzPts val="6000"/>
              <a:buNone/>
              <a:defRPr sz="8000"/>
            </a:lvl5pPr>
            <a:lvl6pPr lvl="5" algn="ctr">
              <a:spcBef>
                <a:spcPts val="0"/>
              </a:spcBef>
              <a:spcAft>
                <a:spcPts val="0"/>
              </a:spcAft>
              <a:buSzPts val="6000"/>
              <a:buNone/>
              <a:defRPr sz="8000"/>
            </a:lvl6pPr>
            <a:lvl7pPr lvl="6" algn="ctr">
              <a:spcBef>
                <a:spcPts val="0"/>
              </a:spcBef>
              <a:spcAft>
                <a:spcPts val="0"/>
              </a:spcAft>
              <a:buSzPts val="6000"/>
              <a:buNone/>
              <a:defRPr sz="8000"/>
            </a:lvl7pPr>
            <a:lvl8pPr lvl="7" algn="ctr">
              <a:spcBef>
                <a:spcPts val="0"/>
              </a:spcBef>
              <a:spcAft>
                <a:spcPts val="0"/>
              </a:spcAft>
              <a:buSzPts val="6000"/>
              <a:buNone/>
              <a:defRPr sz="8000"/>
            </a:lvl8pPr>
            <a:lvl9pPr lvl="8" algn="ctr">
              <a:spcBef>
                <a:spcPts val="0"/>
              </a:spcBef>
              <a:spcAft>
                <a:spcPts val="0"/>
              </a:spcAft>
              <a:buSzPts val="6000"/>
              <a:buNone/>
              <a:defRPr sz="8000"/>
            </a:lvl9pPr>
          </a:lstStyle>
          <a:p>
            <a:r>
              <a:rPr lang="en-US"/>
              <a:t>Click to edit Master title style</a:t>
            </a:r>
            <a:endParaRPr/>
          </a:p>
        </p:txBody>
      </p:sp>
      <p:sp>
        <p:nvSpPr>
          <p:cNvPr id="42" name="Google Shape;42;p8"/>
          <p:cNvSpPr/>
          <p:nvPr/>
        </p:nvSpPr>
        <p:spPr>
          <a:xfrm>
            <a:off x="5656000" y="1386000"/>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3" name="Google Shape;43;p8"/>
          <p:cNvSpPr/>
          <p:nvPr/>
        </p:nvSpPr>
        <p:spPr>
          <a:xfrm>
            <a:off x="5656000" y="5574452"/>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58485383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44"/>
        <p:cNvGrpSpPr/>
        <p:nvPr/>
      </p:nvGrpSpPr>
      <p:grpSpPr>
        <a:xfrm>
          <a:off x="0" y="0"/>
          <a:ext cx="0" cy="0"/>
          <a:chOff x="0" y="0"/>
          <a:chExt cx="0" cy="0"/>
        </a:xfrm>
      </p:grpSpPr>
      <p:sp>
        <p:nvSpPr>
          <p:cNvPr id="45" name="Google Shape;45;p9"/>
          <p:cNvSpPr txBox="1">
            <a:spLocks noGrp="1"/>
          </p:cNvSpPr>
          <p:nvPr>
            <p:ph type="title"/>
          </p:nvPr>
        </p:nvSpPr>
        <p:spPr>
          <a:xfrm>
            <a:off x="6265392" y="2828933"/>
            <a:ext cx="4980000" cy="696800"/>
          </a:xfrm>
          <a:prstGeom prst="rect">
            <a:avLst/>
          </a:prstGeom>
          <a:ln>
            <a:noFill/>
          </a:ln>
        </p:spPr>
        <p:txBody>
          <a:bodyPr spcFirstLastPara="1" wrap="square" lIns="91425" tIns="91425" rIns="91425" bIns="91425" anchor="t" anchorCtr="0">
            <a:noAutofit/>
          </a:bodyPr>
          <a:lstStyle>
            <a:lvl1pPr lvl="0" algn="ctr" rtl="0">
              <a:spcBef>
                <a:spcPts val="0"/>
              </a:spcBef>
              <a:spcAft>
                <a:spcPts val="0"/>
              </a:spcAft>
              <a:buSzPts val="3600"/>
              <a:buNone/>
              <a:defRPr/>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46" name="Google Shape;46;p9"/>
          <p:cNvSpPr txBox="1">
            <a:spLocks noGrp="1"/>
          </p:cNvSpPr>
          <p:nvPr>
            <p:ph type="subTitle" idx="1"/>
          </p:nvPr>
        </p:nvSpPr>
        <p:spPr>
          <a:xfrm>
            <a:off x="6265400" y="3525400"/>
            <a:ext cx="4980000" cy="17060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2133"/>
              </a:spcBef>
              <a:spcAft>
                <a:spcPts val="0"/>
              </a:spcAft>
              <a:buSzPts val="1400"/>
              <a:buNone/>
              <a:defRPr/>
            </a:lvl3pPr>
            <a:lvl4pPr lvl="3" algn="ctr" rtl="0">
              <a:lnSpc>
                <a:spcPct val="100000"/>
              </a:lnSpc>
              <a:spcBef>
                <a:spcPts val="2133"/>
              </a:spcBef>
              <a:spcAft>
                <a:spcPts val="0"/>
              </a:spcAft>
              <a:buSzPts val="1400"/>
              <a:buNone/>
              <a:defRPr/>
            </a:lvl4pPr>
            <a:lvl5pPr lvl="4" algn="ctr" rtl="0">
              <a:lnSpc>
                <a:spcPct val="100000"/>
              </a:lnSpc>
              <a:spcBef>
                <a:spcPts val="2133"/>
              </a:spcBef>
              <a:spcAft>
                <a:spcPts val="0"/>
              </a:spcAft>
              <a:buSzPts val="1400"/>
              <a:buNone/>
              <a:defRPr/>
            </a:lvl5pPr>
            <a:lvl6pPr lvl="5" algn="ctr" rtl="0">
              <a:lnSpc>
                <a:spcPct val="100000"/>
              </a:lnSpc>
              <a:spcBef>
                <a:spcPts val="2133"/>
              </a:spcBef>
              <a:spcAft>
                <a:spcPts val="0"/>
              </a:spcAft>
              <a:buSzPts val="1400"/>
              <a:buNone/>
              <a:defRPr/>
            </a:lvl6pPr>
            <a:lvl7pPr lvl="6" algn="ctr" rtl="0">
              <a:lnSpc>
                <a:spcPct val="100000"/>
              </a:lnSpc>
              <a:spcBef>
                <a:spcPts val="2133"/>
              </a:spcBef>
              <a:spcAft>
                <a:spcPts val="0"/>
              </a:spcAft>
              <a:buSzPts val="1400"/>
              <a:buNone/>
              <a:defRPr/>
            </a:lvl7pPr>
            <a:lvl8pPr lvl="7" algn="ctr" rtl="0">
              <a:lnSpc>
                <a:spcPct val="100000"/>
              </a:lnSpc>
              <a:spcBef>
                <a:spcPts val="2133"/>
              </a:spcBef>
              <a:spcAft>
                <a:spcPts val="0"/>
              </a:spcAft>
              <a:buSzPts val="1400"/>
              <a:buNone/>
              <a:defRPr/>
            </a:lvl8pPr>
            <a:lvl9pPr lvl="8" algn="ctr" rtl="0">
              <a:lnSpc>
                <a:spcPct val="100000"/>
              </a:lnSpc>
              <a:spcBef>
                <a:spcPts val="2133"/>
              </a:spcBef>
              <a:spcAft>
                <a:spcPts val="2133"/>
              </a:spcAft>
              <a:buSzPts val="1400"/>
              <a:buNone/>
              <a:defRPr/>
            </a:lvl9pPr>
          </a:lstStyle>
          <a:p>
            <a:r>
              <a:rPr lang="en-US"/>
              <a:t>Click to edit Master subtitle style</a:t>
            </a:r>
            <a:endParaRPr/>
          </a:p>
        </p:txBody>
      </p:sp>
      <p:sp>
        <p:nvSpPr>
          <p:cNvPr id="47" name="Google Shape;47;p9"/>
          <p:cNvSpPr/>
          <p:nvPr/>
        </p:nvSpPr>
        <p:spPr>
          <a:xfrm>
            <a:off x="8315392" y="5337984"/>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48" name="Google Shape;48;p9"/>
          <p:cNvSpPr/>
          <p:nvPr/>
        </p:nvSpPr>
        <p:spPr>
          <a:xfrm>
            <a:off x="8315392" y="14741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53198133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9"/>
        <p:cNvGrpSpPr/>
        <p:nvPr/>
      </p:nvGrpSpPr>
      <p:grpSpPr>
        <a:xfrm>
          <a:off x="0" y="0"/>
          <a:ext cx="0" cy="0"/>
          <a:chOff x="0" y="0"/>
          <a:chExt cx="0" cy="0"/>
        </a:xfrm>
      </p:grpSpPr>
      <p:sp>
        <p:nvSpPr>
          <p:cNvPr id="50" name="Google Shape;50;p10"/>
          <p:cNvSpPr txBox="1">
            <a:spLocks noGrp="1"/>
          </p:cNvSpPr>
          <p:nvPr>
            <p:ph type="title"/>
          </p:nvPr>
        </p:nvSpPr>
        <p:spPr>
          <a:xfrm>
            <a:off x="951107" y="5614667"/>
            <a:ext cx="10290000" cy="508000"/>
          </a:xfrm>
          <a:prstGeom prst="rect">
            <a:avLst/>
          </a:prstGeom>
          <a:solidFill>
            <a:schemeClr val="accen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35224260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51"/>
        <p:cNvGrpSpPr/>
        <p:nvPr/>
      </p:nvGrpSpPr>
      <p:grpSpPr>
        <a:xfrm>
          <a:off x="0" y="0"/>
          <a:ext cx="0" cy="0"/>
          <a:chOff x="0" y="0"/>
          <a:chExt cx="0" cy="0"/>
        </a:xfrm>
      </p:grpSpPr>
      <p:sp>
        <p:nvSpPr>
          <p:cNvPr id="52" name="Google Shape;52;p11"/>
          <p:cNvSpPr txBox="1">
            <a:spLocks noGrp="1"/>
          </p:cNvSpPr>
          <p:nvPr>
            <p:ph type="title" hasCustomPrompt="1"/>
          </p:nvPr>
        </p:nvSpPr>
        <p:spPr>
          <a:xfrm>
            <a:off x="2376533" y="2530933"/>
            <a:ext cx="7438800" cy="149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9600"/>
              <a:buNone/>
              <a:defRPr sz="10000"/>
            </a:lvl1pPr>
            <a:lvl2pPr lvl="1" algn="ctr">
              <a:spcBef>
                <a:spcPts val="0"/>
              </a:spcBef>
              <a:spcAft>
                <a:spcPts val="0"/>
              </a:spcAft>
              <a:buSzPts val="9600"/>
              <a:buNone/>
              <a:defRPr sz="12800"/>
            </a:lvl2pPr>
            <a:lvl3pPr lvl="2" algn="ctr">
              <a:spcBef>
                <a:spcPts val="0"/>
              </a:spcBef>
              <a:spcAft>
                <a:spcPts val="0"/>
              </a:spcAft>
              <a:buSzPts val="9600"/>
              <a:buNone/>
              <a:defRPr sz="12800"/>
            </a:lvl3pPr>
            <a:lvl4pPr lvl="3" algn="ctr">
              <a:spcBef>
                <a:spcPts val="0"/>
              </a:spcBef>
              <a:spcAft>
                <a:spcPts val="0"/>
              </a:spcAft>
              <a:buSzPts val="9600"/>
              <a:buNone/>
              <a:defRPr sz="12800"/>
            </a:lvl4pPr>
            <a:lvl5pPr lvl="4" algn="ctr">
              <a:spcBef>
                <a:spcPts val="0"/>
              </a:spcBef>
              <a:spcAft>
                <a:spcPts val="0"/>
              </a:spcAft>
              <a:buSzPts val="9600"/>
              <a:buNone/>
              <a:defRPr sz="12800"/>
            </a:lvl5pPr>
            <a:lvl6pPr lvl="5" algn="ctr">
              <a:spcBef>
                <a:spcPts val="0"/>
              </a:spcBef>
              <a:spcAft>
                <a:spcPts val="0"/>
              </a:spcAft>
              <a:buSzPts val="9600"/>
              <a:buNone/>
              <a:defRPr sz="12800"/>
            </a:lvl6pPr>
            <a:lvl7pPr lvl="6" algn="ctr">
              <a:spcBef>
                <a:spcPts val="0"/>
              </a:spcBef>
              <a:spcAft>
                <a:spcPts val="0"/>
              </a:spcAft>
              <a:buSzPts val="9600"/>
              <a:buNone/>
              <a:defRPr sz="12800"/>
            </a:lvl7pPr>
            <a:lvl8pPr lvl="7" algn="ctr">
              <a:spcBef>
                <a:spcPts val="0"/>
              </a:spcBef>
              <a:spcAft>
                <a:spcPts val="0"/>
              </a:spcAft>
              <a:buSzPts val="9600"/>
              <a:buNone/>
              <a:defRPr sz="12800"/>
            </a:lvl8pPr>
            <a:lvl9pPr lvl="8" algn="ctr">
              <a:spcBef>
                <a:spcPts val="0"/>
              </a:spcBef>
              <a:spcAft>
                <a:spcPts val="0"/>
              </a:spcAft>
              <a:buSzPts val="9600"/>
              <a:buNone/>
              <a:defRPr sz="12800"/>
            </a:lvl9pPr>
          </a:lstStyle>
          <a:p>
            <a:r>
              <a:t>xx%</a:t>
            </a:r>
          </a:p>
        </p:txBody>
      </p:sp>
      <p:sp>
        <p:nvSpPr>
          <p:cNvPr id="53" name="Google Shape;53;p11"/>
          <p:cNvSpPr txBox="1">
            <a:spLocks noGrp="1"/>
          </p:cNvSpPr>
          <p:nvPr>
            <p:ph type="subTitle" idx="1"/>
          </p:nvPr>
        </p:nvSpPr>
        <p:spPr>
          <a:xfrm>
            <a:off x="2376533" y="4247200"/>
            <a:ext cx="7438800" cy="450800"/>
          </a:xfrm>
          <a:prstGeom prst="rect">
            <a:avLst/>
          </a:prstGeom>
          <a:solidFill>
            <a:schemeClr val="lt2"/>
          </a:solid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2133">
                <a:solidFill>
                  <a:schemeClr val="lt1"/>
                </a:solidFill>
              </a:defRPr>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r>
              <a:rPr lang="en-US"/>
              <a:t>Click to edit Master subtitle style</a:t>
            </a:r>
            <a:endParaRPr/>
          </a:p>
        </p:txBody>
      </p:sp>
    </p:spTree>
    <p:extLst>
      <p:ext uri="{BB962C8B-B14F-4D97-AF65-F5344CB8AC3E}">
        <p14:creationId xmlns:p14="http://schemas.microsoft.com/office/powerpoint/2010/main" val="425234596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54"/>
        <p:cNvGrpSpPr/>
        <p:nvPr/>
      </p:nvGrpSpPr>
      <p:grpSpPr>
        <a:xfrm>
          <a:off x="0" y="0"/>
          <a:ext cx="0" cy="0"/>
          <a:chOff x="0" y="0"/>
          <a:chExt cx="0" cy="0"/>
        </a:xfrm>
      </p:grpSpPr>
    </p:spTree>
    <p:extLst>
      <p:ext uri="{BB962C8B-B14F-4D97-AF65-F5344CB8AC3E}">
        <p14:creationId xmlns:p14="http://schemas.microsoft.com/office/powerpoint/2010/main" val="6109804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1150216" y="2486533"/>
            <a:ext cx="3079200" cy="515600"/>
          </a:xfrm>
          <a:prstGeom prst="rect">
            <a:avLst/>
          </a:prstGeom>
          <a:solidFill>
            <a:schemeClr val="dk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57" name="Google Shape;57;p13"/>
          <p:cNvSpPr txBox="1">
            <a:spLocks noGrp="1"/>
          </p:cNvSpPr>
          <p:nvPr>
            <p:ph type="subTitle" idx="1"/>
          </p:nvPr>
        </p:nvSpPr>
        <p:spPr>
          <a:xfrm>
            <a:off x="1150216" y="3098171"/>
            <a:ext cx="3079200" cy="515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8" name="Google Shape;58;p13"/>
          <p:cNvSpPr txBox="1">
            <a:spLocks noGrp="1"/>
          </p:cNvSpPr>
          <p:nvPr>
            <p:ph type="title" idx="2"/>
          </p:nvPr>
        </p:nvSpPr>
        <p:spPr>
          <a:xfrm>
            <a:off x="7962584" y="2469400"/>
            <a:ext cx="3079200" cy="515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59" name="Google Shape;59;p13"/>
          <p:cNvSpPr txBox="1">
            <a:spLocks noGrp="1"/>
          </p:cNvSpPr>
          <p:nvPr>
            <p:ph type="subTitle" idx="3"/>
          </p:nvPr>
        </p:nvSpPr>
        <p:spPr>
          <a:xfrm>
            <a:off x="7962584" y="3091895"/>
            <a:ext cx="3079200" cy="515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0" name="Google Shape;60;p13"/>
          <p:cNvSpPr txBox="1">
            <a:spLocks noGrp="1"/>
          </p:cNvSpPr>
          <p:nvPr>
            <p:ph type="title" idx="4"/>
          </p:nvPr>
        </p:nvSpPr>
        <p:spPr>
          <a:xfrm>
            <a:off x="1150216" y="5000433"/>
            <a:ext cx="3079200" cy="515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61" name="Google Shape;61;p13"/>
          <p:cNvSpPr txBox="1">
            <a:spLocks noGrp="1"/>
          </p:cNvSpPr>
          <p:nvPr>
            <p:ph type="subTitle" idx="5"/>
          </p:nvPr>
        </p:nvSpPr>
        <p:spPr>
          <a:xfrm>
            <a:off x="1150216" y="5623433"/>
            <a:ext cx="3079200" cy="515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2" name="Google Shape;62;p13"/>
          <p:cNvSpPr txBox="1">
            <a:spLocks noGrp="1"/>
          </p:cNvSpPr>
          <p:nvPr>
            <p:ph type="title" idx="6"/>
          </p:nvPr>
        </p:nvSpPr>
        <p:spPr>
          <a:xfrm>
            <a:off x="7973505" y="5000433"/>
            <a:ext cx="3057200" cy="515600"/>
          </a:xfrm>
          <a:prstGeom prst="rect">
            <a:avLst/>
          </a:prstGeom>
          <a:solidFill>
            <a:schemeClr val="dk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63" name="Google Shape;63;p13"/>
          <p:cNvSpPr txBox="1">
            <a:spLocks noGrp="1"/>
          </p:cNvSpPr>
          <p:nvPr>
            <p:ph type="subTitle" idx="7"/>
          </p:nvPr>
        </p:nvSpPr>
        <p:spPr>
          <a:xfrm>
            <a:off x="7962584" y="5623433"/>
            <a:ext cx="3079200" cy="515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64" name="Google Shape;64;p13"/>
          <p:cNvSpPr txBox="1">
            <a:spLocks noGrp="1"/>
          </p:cNvSpPr>
          <p:nvPr>
            <p:ph type="title" idx="8" hasCustomPrompt="1"/>
          </p:nvPr>
        </p:nvSpPr>
        <p:spPr>
          <a:xfrm>
            <a:off x="2161608" y="1781292"/>
            <a:ext cx="1056400" cy="703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5" name="Google Shape;65;p13"/>
          <p:cNvSpPr txBox="1">
            <a:spLocks noGrp="1"/>
          </p:cNvSpPr>
          <p:nvPr>
            <p:ph type="title" idx="9" hasCustomPrompt="1"/>
          </p:nvPr>
        </p:nvSpPr>
        <p:spPr>
          <a:xfrm>
            <a:off x="2161608" y="4295195"/>
            <a:ext cx="1056400" cy="703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6" name="Google Shape;66;p13"/>
          <p:cNvSpPr txBox="1">
            <a:spLocks noGrp="1"/>
          </p:cNvSpPr>
          <p:nvPr>
            <p:ph type="title" idx="13" hasCustomPrompt="1"/>
          </p:nvPr>
        </p:nvSpPr>
        <p:spPr>
          <a:xfrm>
            <a:off x="8973984" y="1764168"/>
            <a:ext cx="1056400" cy="703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7" name="Google Shape;67;p13"/>
          <p:cNvSpPr txBox="1">
            <a:spLocks noGrp="1"/>
          </p:cNvSpPr>
          <p:nvPr>
            <p:ph type="title" idx="14" hasCustomPrompt="1"/>
          </p:nvPr>
        </p:nvSpPr>
        <p:spPr>
          <a:xfrm>
            <a:off x="8973984" y="4295195"/>
            <a:ext cx="1056400" cy="703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000"/>
              <a:buNone/>
              <a:defRPr sz="4000"/>
            </a:lvl1pPr>
            <a:lvl2pPr lvl="1" rtl="0">
              <a:spcBef>
                <a:spcPts val="0"/>
              </a:spcBef>
              <a:spcAft>
                <a:spcPts val="0"/>
              </a:spcAft>
              <a:buSzPts val="3000"/>
              <a:buNone/>
              <a:defRPr sz="4000"/>
            </a:lvl2pPr>
            <a:lvl3pPr lvl="2" rtl="0">
              <a:spcBef>
                <a:spcPts val="0"/>
              </a:spcBef>
              <a:spcAft>
                <a:spcPts val="0"/>
              </a:spcAft>
              <a:buSzPts val="3000"/>
              <a:buNone/>
              <a:defRPr sz="4000"/>
            </a:lvl3pPr>
            <a:lvl4pPr lvl="3" rtl="0">
              <a:spcBef>
                <a:spcPts val="0"/>
              </a:spcBef>
              <a:spcAft>
                <a:spcPts val="0"/>
              </a:spcAft>
              <a:buSzPts val="3000"/>
              <a:buNone/>
              <a:defRPr sz="4000"/>
            </a:lvl4pPr>
            <a:lvl5pPr lvl="4" rtl="0">
              <a:spcBef>
                <a:spcPts val="0"/>
              </a:spcBef>
              <a:spcAft>
                <a:spcPts val="0"/>
              </a:spcAft>
              <a:buSzPts val="3000"/>
              <a:buNone/>
              <a:defRPr sz="4000"/>
            </a:lvl5pPr>
            <a:lvl6pPr lvl="5" rtl="0">
              <a:spcBef>
                <a:spcPts val="0"/>
              </a:spcBef>
              <a:spcAft>
                <a:spcPts val="0"/>
              </a:spcAft>
              <a:buSzPts val="3000"/>
              <a:buNone/>
              <a:defRPr sz="4000"/>
            </a:lvl6pPr>
            <a:lvl7pPr lvl="6" rtl="0">
              <a:spcBef>
                <a:spcPts val="0"/>
              </a:spcBef>
              <a:spcAft>
                <a:spcPts val="0"/>
              </a:spcAft>
              <a:buSzPts val="3000"/>
              <a:buNone/>
              <a:defRPr sz="4000"/>
            </a:lvl7pPr>
            <a:lvl8pPr lvl="7" rtl="0">
              <a:spcBef>
                <a:spcPts val="0"/>
              </a:spcBef>
              <a:spcAft>
                <a:spcPts val="0"/>
              </a:spcAft>
              <a:buSzPts val="3000"/>
              <a:buNone/>
              <a:defRPr sz="4000"/>
            </a:lvl8pPr>
            <a:lvl9pPr lvl="8" rtl="0">
              <a:spcBef>
                <a:spcPts val="0"/>
              </a:spcBef>
              <a:spcAft>
                <a:spcPts val="0"/>
              </a:spcAft>
              <a:buSzPts val="3000"/>
              <a:buNone/>
              <a:defRPr sz="4000"/>
            </a:lvl9pPr>
          </a:lstStyle>
          <a:p>
            <a:r>
              <a:t>xx%</a:t>
            </a:r>
          </a:p>
        </p:txBody>
      </p:sp>
      <p:sp>
        <p:nvSpPr>
          <p:cNvPr id="68" name="Google Shape;68;p13"/>
          <p:cNvSpPr txBox="1">
            <a:spLocks noGrp="1"/>
          </p:cNvSpPr>
          <p:nvPr>
            <p:ph type="title" idx="15"/>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69" name="Google Shape;69;p13"/>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70" name="Google Shape;70;p13"/>
          <p:cNvSpPr/>
          <p:nvPr/>
        </p:nvSpPr>
        <p:spPr>
          <a:xfrm>
            <a:off x="-8967" y="5932800"/>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1" name="Google Shape;71;p13"/>
          <p:cNvSpPr/>
          <p:nvPr/>
        </p:nvSpPr>
        <p:spPr>
          <a:xfrm>
            <a:off x="11312000"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2375713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72"/>
        <p:cNvGrpSpPr/>
        <p:nvPr/>
      </p:nvGrpSpPr>
      <p:grpSpPr>
        <a:xfrm>
          <a:off x="0" y="0"/>
          <a:ext cx="0" cy="0"/>
          <a:chOff x="0" y="0"/>
          <a:chExt cx="0" cy="0"/>
        </a:xfrm>
      </p:grpSpPr>
      <p:sp>
        <p:nvSpPr>
          <p:cNvPr id="73" name="Google Shape;73;p14"/>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74" name="Google Shape;74;p14"/>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75" name="Google Shape;75;p14"/>
          <p:cNvSpPr/>
          <p:nvPr/>
        </p:nvSpPr>
        <p:spPr>
          <a:xfrm>
            <a:off x="227867" y="6047685"/>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76" name="Google Shape;76;p14"/>
          <p:cNvSpPr/>
          <p:nvPr/>
        </p:nvSpPr>
        <p:spPr>
          <a:xfrm>
            <a:off x="11025933"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31154756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Section header 1">
  <p:cSld name="Section header 1">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4049096" y="4708233"/>
            <a:ext cx="5703600" cy="8752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3600"/>
              <a:buNone/>
              <a:defRPr sz="54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79" name="Google Shape;79;p15"/>
          <p:cNvSpPr txBox="1">
            <a:spLocks noGrp="1"/>
          </p:cNvSpPr>
          <p:nvPr>
            <p:ph type="title" idx="2" hasCustomPrompt="1"/>
          </p:nvPr>
        </p:nvSpPr>
        <p:spPr>
          <a:xfrm>
            <a:off x="2416429" y="4708227"/>
            <a:ext cx="1639200" cy="14140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80" name="Google Shape;80;p15"/>
          <p:cNvSpPr txBox="1">
            <a:spLocks noGrp="1"/>
          </p:cNvSpPr>
          <p:nvPr>
            <p:ph type="subTitle" idx="1"/>
          </p:nvPr>
        </p:nvSpPr>
        <p:spPr>
          <a:xfrm>
            <a:off x="4064157" y="5666700"/>
            <a:ext cx="5703600" cy="458400"/>
          </a:xfrm>
          <a:prstGeom prst="rect">
            <a:avLst/>
          </a:prstGeom>
          <a:solidFill>
            <a:schemeClr val="lt2"/>
          </a:solidFill>
          <a:ln>
            <a:noFill/>
          </a:ln>
        </p:spPr>
        <p:txBody>
          <a:bodyPr spcFirstLastPara="1" wrap="square" lIns="91425" tIns="91425" rIns="91425" bIns="91425" anchor="ctr" anchorCtr="0">
            <a:noAutofit/>
          </a:bodyPr>
          <a:lstStyle>
            <a:lvl1pPr lvl="0" rtl="0">
              <a:lnSpc>
                <a:spcPct val="100000"/>
              </a:lnSpc>
              <a:spcBef>
                <a:spcPts val="0"/>
              </a:spcBef>
              <a:spcAft>
                <a:spcPts val="0"/>
              </a:spcAft>
              <a:buSzPts val="1400"/>
              <a:buNone/>
              <a:defRPr sz="2133">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81" name="Google Shape;81;p15"/>
          <p:cNvSpPr/>
          <p:nvPr/>
        </p:nvSpPr>
        <p:spPr>
          <a:xfrm>
            <a:off x="10801033" y="5666709"/>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81118853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header 2">
  <p:cSld name="Section header 2">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2976800" y="3590945"/>
            <a:ext cx="6238400" cy="875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600"/>
              <a:buNone/>
              <a:defRPr sz="54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84" name="Google Shape;84;p16"/>
          <p:cNvSpPr txBox="1">
            <a:spLocks noGrp="1"/>
          </p:cNvSpPr>
          <p:nvPr>
            <p:ph type="title" idx="2" hasCustomPrompt="1"/>
          </p:nvPr>
        </p:nvSpPr>
        <p:spPr>
          <a:xfrm>
            <a:off x="5322400" y="2493512"/>
            <a:ext cx="1547200" cy="1093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85" name="Google Shape;85;p16"/>
          <p:cNvSpPr txBox="1">
            <a:spLocks noGrp="1"/>
          </p:cNvSpPr>
          <p:nvPr>
            <p:ph type="subTitle" idx="1"/>
          </p:nvPr>
        </p:nvSpPr>
        <p:spPr>
          <a:xfrm>
            <a:off x="2976800" y="4549412"/>
            <a:ext cx="6238400" cy="458400"/>
          </a:xfrm>
          <a:prstGeom prst="rect">
            <a:avLst/>
          </a:prstGeom>
          <a:solidFill>
            <a:schemeClr val="lt2"/>
          </a:solid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39932618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3">
  <p:cSld name="Section header 3">
    <p:spTree>
      <p:nvGrpSpPr>
        <p:cNvPr id="1" name="Shape 86"/>
        <p:cNvGrpSpPr/>
        <p:nvPr/>
      </p:nvGrpSpPr>
      <p:grpSpPr>
        <a:xfrm>
          <a:off x="0" y="0"/>
          <a:ext cx="0" cy="0"/>
          <a:chOff x="0" y="0"/>
          <a:chExt cx="0" cy="0"/>
        </a:xfrm>
      </p:grpSpPr>
      <p:sp>
        <p:nvSpPr>
          <p:cNvPr id="87" name="Google Shape;87;p17"/>
          <p:cNvSpPr txBox="1">
            <a:spLocks noGrp="1"/>
          </p:cNvSpPr>
          <p:nvPr>
            <p:ph type="title"/>
          </p:nvPr>
        </p:nvSpPr>
        <p:spPr>
          <a:xfrm>
            <a:off x="5190247" y="3348900"/>
            <a:ext cx="5737200" cy="8752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3600"/>
              <a:buNone/>
              <a:defRPr sz="5467"/>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
        <p:nvSpPr>
          <p:cNvPr id="88" name="Google Shape;88;p17"/>
          <p:cNvSpPr txBox="1">
            <a:spLocks noGrp="1"/>
          </p:cNvSpPr>
          <p:nvPr>
            <p:ph type="title" idx="2" hasCustomPrompt="1"/>
          </p:nvPr>
        </p:nvSpPr>
        <p:spPr>
          <a:xfrm>
            <a:off x="7285247" y="2160051"/>
            <a:ext cx="1547200" cy="1193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6000"/>
              <a:buNone/>
              <a:defRPr sz="8000"/>
            </a:lvl1pPr>
            <a:lvl2pPr lvl="1" algn="ctr" rtl="0">
              <a:spcBef>
                <a:spcPts val="0"/>
              </a:spcBef>
              <a:spcAft>
                <a:spcPts val="0"/>
              </a:spcAft>
              <a:buSzPts val="6000"/>
              <a:buNone/>
              <a:defRPr sz="8000"/>
            </a:lvl2pPr>
            <a:lvl3pPr lvl="2" algn="ctr" rtl="0">
              <a:spcBef>
                <a:spcPts val="0"/>
              </a:spcBef>
              <a:spcAft>
                <a:spcPts val="0"/>
              </a:spcAft>
              <a:buSzPts val="6000"/>
              <a:buNone/>
              <a:defRPr sz="8000"/>
            </a:lvl3pPr>
            <a:lvl4pPr lvl="3" algn="ctr" rtl="0">
              <a:spcBef>
                <a:spcPts val="0"/>
              </a:spcBef>
              <a:spcAft>
                <a:spcPts val="0"/>
              </a:spcAft>
              <a:buSzPts val="6000"/>
              <a:buNone/>
              <a:defRPr sz="8000"/>
            </a:lvl4pPr>
            <a:lvl5pPr lvl="4" algn="ctr" rtl="0">
              <a:spcBef>
                <a:spcPts val="0"/>
              </a:spcBef>
              <a:spcAft>
                <a:spcPts val="0"/>
              </a:spcAft>
              <a:buSzPts val="6000"/>
              <a:buNone/>
              <a:defRPr sz="8000"/>
            </a:lvl5pPr>
            <a:lvl6pPr lvl="5" algn="ctr" rtl="0">
              <a:spcBef>
                <a:spcPts val="0"/>
              </a:spcBef>
              <a:spcAft>
                <a:spcPts val="0"/>
              </a:spcAft>
              <a:buSzPts val="6000"/>
              <a:buNone/>
              <a:defRPr sz="8000"/>
            </a:lvl6pPr>
            <a:lvl7pPr lvl="6" algn="ctr" rtl="0">
              <a:spcBef>
                <a:spcPts val="0"/>
              </a:spcBef>
              <a:spcAft>
                <a:spcPts val="0"/>
              </a:spcAft>
              <a:buSzPts val="6000"/>
              <a:buNone/>
              <a:defRPr sz="8000"/>
            </a:lvl7pPr>
            <a:lvl8pPr lvl="7" algn="ctr" rtl="0">
              <a:spcBef>
                <a:spcPts val="0"/>
              </a:spcBef>
              <a:spcAft>
                <a:spcPts val="0"/>
              </a:spcAft>
              <a:buSzPts val="6000"/>
              <a:buNone/>
              <a:defRPr sz="8000"/>
            </a:lvl8pPr>
            <a:lvl9pPr lvl="8" algn="ctr" rtl="0">
              <a:spcBef>
                <a:spcPts val="0"/>
              </a:spcBef>
              <a:spcAft>
                <a:spcPts val="0"/>
              </a:spcAft>
              <a:buSzPts val="6000"/>
              <a:buNone/>
              <a:defRPr sz="8000"/>
            </a:lvl9pPr>
          </a:lstStyle>
          <a:p>
            <a:r>
              <a:t>xx%</a:t>
            </a:r>
          </a:p>
        </p:txBody>
      </p:sp>
      <p:sp>
        <p:nvSpPr>
          <p:cNvPr id="89" name="Google Shape;89;p17"/>
          <p:cNvSpPr txBox="1">
            <a:spLocks noGrp="1"/>
          </p:cNvSpPr>
          <p:nvPr>
            <p:ph type="subTitle" idx="1"/>
          </p:nvPr>
        </p:nvSpPr>
        <p:spPr>
          <a:xfrm>
            <a:off x="5190247" y="4325704"/>
            <a:ext cx="5737200" cy="458400"/>
          </a:xfrm>
          <a:prstGeom prst="rect">
            <a:avLst/>
          </a:prstGeom>
          <a:solidFill>
            <a:schemeClr val="lt2"/>
          </a:solid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6922266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text">
  <p:cSld name="Title and text">
    <p:spTree>
      <p:nvGrpSpPr>
        <p:cNvPr id="1" name="Shape 90"/>
        <p:cNvGrpSpPr/>
        <p:nvPr/>
      </p:nvGrpSpPr>
      <p:grpSpPr>
        <a:xfrm>
          <a:off x="0" y="0"/>
          <a:ext cx="0" cy="0"/>
          <a:chOff x="0" y="0"/>
          <a:chExt cx="0" cy="0"/>
        </a:xfrm>
      </p:grpSpPr>
      <p:sp>
        <p:nvSpPr>
          <p:cNvPr id="91" name="Google Shape;91;p18"/>
          <p:cNvSpPr txBox="1">
            <a:spLocks noGrp="1"/>
          </p:cNvSpPr>
          <p:nvPr>
            <p:ph type="subTitle" idx="1"/>
          </p:nvPr>
        </p:nvSpPr>
        <p:spPr>
          <a:xfrm>
            <a:off x="1323133" y="3520601"/>
            <a:ext cx="4810800" cy="1045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r>
              <a:rPr lang="en-US"/>
              <a:t>Click to edit Master subtitle style</a:t>
            </a:r>
            <a:endParaRPr/>
          </a:p>
        </p:txBody>
      </p:sp>
      <p:sp>
        <p:nvSpPr>
          <p:cNvPr id="92" name="Google Shape;92;p18"/>
          <p:cNvSpPr txBox="1">
            <a:spLocks noGrp="1"/>
          </p:cNvSpPr>
          <p:nvPr>
            <p:ph type="title"/>
          </p:nvPr>
        </p:nvSpPr>
        <p:spPr>
          <a:xfrm>
            <a:off x="1323137" y="2898759"/>
            <a:ext cx="4810800" cy="5080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Tree>
    <p:extLst>
      <p:ext uri="{BB962C8B-B14F-4D97-AF65-F5344CB8AC3E}">
        <p14:creationId xmlns:p14="http://schemas.microsoft.com/office/powerpoint/2010/main" val="4895929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93"/>
        <p:cNvGrpSpPr/>
        <p:nvPr/>
      </p:nvGrpSpPr>
      <p:grpSpPr>
        <a:xfrm>
          <a:off x="0" y="0"/>
          <a:ext cx="0" cy="0"/>
          <a:chOff x="0" y="0"/>
          <a:chExt cx="0" cy="0"/>
        </a:xfrm>
      </p:grpSpPr>
      <p:sp>
        <p:nvSpPr>
          <p:cNvPr id="94" name="Google Shape;94;p19"/>
          <p:cNvSpPr txBox="1">
            <a:spLocks noGrp="1"/>
          </p:cNvSpPr>
          <p:nvPr>
            <p:ph type="subTitle" idx="1"/>
          </p:nvPr>
        </p:nvSpPr>
        <p:spPr>
          <a:xfrm>
            <a:off x="5626633" y="3399167"/>
            <a:ext cx="4775200" cy="9968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r>
              <a:rPr lang="en-US"/>
              <a:t>Click to edit Master subtitle style</a:t>
            </a:r>
            <a:endParaRPr/>
          </a:p>
        </p:txBody>
      </p:sp>
      <p:sp>
        <p:nvSpPr>
          <p:cNvPr id="95" name="Google Shape;95;p19"/>
          <p:cNvSpPr txBox="1">
            <a:spLocks noGrp="1"/>
          </p:cNvSpPr>
          <p:nvPr>
            <p:ph type="title"/>
          </p:nvPr>
        </p:nvSpPr>
        <p:spPr>
          <a:xfrm>
            <a:off x="5626644" y="2793800"/>
            <a:ext cx="4775200" cy="5080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96" name="Google Shape;96;p19"/>
          <p:cNvSpPr/>
          <p:nvPr/>
        </p:nvSpPr>
        <p:spPr>
          <a:xfrm>
            <a:off x="10801033" y="1081100"/>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97" name="Google Shape;97;p19"/>
          <p:cNvSpPr/>
          <p:nvPr/>
        </p:nvSpPr>
        <p:spPr>
          <a:xfrm>
            <a:off x="510967" y="5676052"/>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23386029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98"/>
        <p:cNvGrpSpPr/>
        <p:nvPr/>
      </p:nvGrpSpPr>
      <p:grpSpPr>
        <a:xfrm>
          <a:off x="0" y="0"/>
          <a:ext cx="0" cy="0"/>
          <a:chOff x="0" y="0"/>
          <a:chExt cx="0" cy="0"/>
        </a:xfrm>
      </p:grpSpPr>
      <p:sp>
        <p:nvSpPr>
          <p:cNvPr id="99" name="Google Shape;99;p20"/>
          <p:cNvSpPr txBox="1">
            <a:spLocks noGrp="1"/>
          </p:cNvSpPr>
          <p:nvPr>
            <p:ph type="subTitle" idx="1"/>
          </p:nvPr>
        </p:nvSpPr>
        <p:spPr>
          <a:xfrm>
            <a:off x="2147620" y="3365111"/>
            <a:ext cx="4909200" cy="979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r>
              <a:rPr lang="en-US"/>
              <a:t>Click to edit Master subtitle style</a:t>
            </a:r>
            <a:endParaRPr/>
          </a:p>
        </p:txBody>
      </p:sp>
      <p:sp>
        <p:nvSpPr>
          <p:cNvPr id="100" name="Google Shape;100;p20"/>
          <p:cNvSpPr txBox="1">
            <a:spLocks noGrp="1"/>
          </p:cNvSpPr>
          <p:nvPr>
            <p:ph type="title"/>
          </p:nvPr>
        </p:nvSpPr>
        <p:spPr>
          <a:xfrm>
            <a:off x="2147623" y="2748933"/>
            <a:ext cx="4909200" cy="5080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1" name="Google Shape;101;p20"/>
          <p:cNvSpPr/>
          <p:nvPr/>
        </p:nvSpPr>
        <p:spPr>
          <a:xfrm>
            <a:off x="510967"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2" name="Google Shape;102;p20"/>
          <p:cNvSpPr/>
          <p:nvPr/>
        </p:nvSpPr>
        <p:spPr>
          <a:xfrm>
            <a:off x="10801033" y="5676052"/>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50851810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text 5">
  <p:cSld name="Title and text 5">
    <p:spTree>
      <p:nvGrpSpPr>
        <p:cNvPr id="1" name="Shape 103"/>
        <p:cNvGrpSpPr/>
        <p:nvPr/>
      </p:nvGrpSpPr>
      <p:grpSpPr>
        <a:xfrm>
          <a:off x="0" y="0"/>
          <a:ext cx="0" cy="0"/>
          <a:chOff x="0" y="0"/>
          <a:chExt cx="0" cy="0"/>
        </a:xfrm>
      </p:grpSpPr>
      <p:sp>
        <p:nvSpPr>
          <p:cNvPr id="104" name="Google Shape;104;p21"/>
          <p:cNvSpPr txBox="1">
            <a:spLocks noGrp="1"/>
          </p:cNvSpPr>
          <p:nvPr>
            <p:ph type="subTitle" idx="1"/>
          </p:nvPr>
        </p:nvSpPr>
        <p:spPr>
          <a:xfrm>
            <a:off x="2654000" y="4329519"/>
            <a:ext cx="6884000" cy="942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r" rtl="0">
              <a:lnSpc>
                <a:spcPct val="100000"/>
              </a:lnSpc>
              <a:spcBef>
                <a:spcPts val="0"/>
              </a:spcBef>
              <a:spcAft>
                <a:spcPts val="0"/>
              </a:spcAft>
              <a:buSzPts val="1400"/>
              <a:buNone/>
              <a:defRPr/>
            </a:lvl2pPr>
            <a:lvl3pPr lvl="2" algn="r" rtl="0">
              <a:lnSpc>
                <a:spcPct val="100000"/>
              </a:lnSpc>
              <a:spcBef>
                <a:spcPts val="0"/>
              </a:spcBef>
              <a:spcAft>
                <a:spcPts val="0"/>
              </a:spcAft>
              <a:buSzPts val="1400"/>
              <a:buNone/>
              <a:defRPr/>
            </a:lvl3pPr>
            <a:lvl4pPr lvl="3" algn="r" rtl="0">
              <a:lnSpc>
                <a:spcPct val="100000"/>
              </a:lnSpc>
              <a:spcBef>
                <a:spcPts val="0"/>
              </a:spcBef>
              <a:spcAft>
                <a:spcPts val="0"/>
              </a:spcAft>
              <a:buSzPts val="1400"/>
              <a:buNone/>
              <a:defRPr/>
            </a:lvl4pPr>
            <a:lvl5pPr lvl="4" algn="r" rtl="0">
              <a:lnSpc>
                <a:spcPct val="100000"/>
              </a:lnSpc>
              <a:spcBef>
                <a:spcPts val="0"/>
              </a:spcBef>
              <a:spcAft>
                <a:spcPts val="0"/>
              </a:spcAft>
              <a:buSzPts val="1400"/>
              <a:buNone/>
              <a:defRPr/>
            </a:lvl5pPr>
            <a:lvl6pPr lvl="5" algn="r" rtl="0">
              <a:lnSpc>
                <a:spcPct val="100000"/>
              </a:lnSpc>
              <a:spcBef>
                <a:spcPts val="0"/>
              </a:spcBef>
              <a:spcAft>
                <a:spcPts val="0"/>
              </a:spcAft>
              <a:buSzPts val="1400"/>
              <a:buNone/>
              <a:defRPr/>
            </a:lvl6pPr>
            <a:lvl7pPr lvl="6" algn="r" rtl="0">
              <a:lnSpc>
                <a:spcPct val="100000"/>
              </a:lnSpc>
              <a:spcBef>
                <a:spcPts val="0"/>
              </a:spcBef>
              <a:spcAft>
                <a:spcPts val="0"/>
              </a:spcAft>
              <a:buSzPts val="1400"/>
              <a:buNone/>
              <a:defRPr/>
            </a:lvl7pPr>
            <a:lvl8pPr lvl="7" algn="r" rtl="0">
              <a:lnSpc>
                <a:spcPct val="100000"/>
              </a:lnSpc>
              <a:spcBef>
                <a:spcPts val="0"/>
              </a:spcBef>
              <a:spcAft>
                <a:spcPts val="0"/>
              </a:spcAft>
              <a:buSzPts val="1400"/>
              <a:buNone/>
              <a:defRPr/>
            </a:lvl8pPr>
            <a:lvl9pPr lvl="8" algn="r" rtl="0">
              <a:lnSpc>
                <a:spcPct val="100000"/>
              </a:lnSpc>
              <a:spcBef>
                <a:spcPts val="0"/>
              </a:spcBef>
              <a:spcAft>
                <a:spcPts val="0"/>
              </a:spcAft>
              <a:buSzPts val="1400"/>
              <a:buNone/>
              <a:defRPr/>
            </a:lvl9pPr>
          </a:lstStyle>
          <a:p>
            <a:r>
              <a:rPr lang="en-US"/>
              <a:t>Click to edit Master subtitle style</a:t>
            </a:r>
            <a:endParaRPr/>
          </a:p>
        </p:txBody>
      </p:sp>
      <p:sp>
        <p:nvSpPr>
          <p:cNvPr id="105" name="Google Shape;105;p21"/>
          <p:cNvSpPr txBox="1">
            <a:spLocks noGrp="1"/>
          </p:cNvSpPr>
          <p:nvPr>
            <p:ph type="title"/>
          </p:nvPr>
        </p:nvSpPr>
        <p:spPr>
          <a:xfrm>
            <a:off x="1617400" y="2434039"/>
            <a:ext cx="8957200" cy="18568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12000" b="1"/>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06" name="Google Shape;106;p21"/>
          <p:cNvSpPr/>
          <p:nvPr/>
        </p:nvSpPr>
        <p:spPr>
          <a:xfrm>
            <a:off x="5610267" y="1236089"/>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07" name="Google Shape;107;p21"/>
          <p:cNvSpPr/>
          <p:nvPr/>
        </p:nvSpPr>
        <p:spPr>
          <a:xfrm>
            <a:off x="5656000" y="5638839"/>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39801526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text 3">
  <p:cSld name="Title and text 3">
    <p:spTree>
      <p:nvGrpSpPr>
        <p:cNvPr id="1" name="Shape 108"/>
        <p:cNvGrpSpPr/>
        <p:nvPr/>
      </p:nvGrpSpPr>
      <p:grpSpPr>
        <a:xfrm>
          <a:off x="0" y="0"/>
          <a:ext cx="0" cy="0"/>
          <a:chOff x="0" y="0"/>
          <a:chExt cx="0" cy="0"/>
        </a:xfrm>
      </p:grpSpPr>
      <p:sp>
        <p:nvSpPr>
          <p:cNvPr id="109" name="Google Shape;109;p22"/>
          <p:cNvSpPr txBox="1">
            <a:spLocks noGrp="1"/>
          </p:cNvSpPr>
          <p:nvPr>
            <p:ph type="body" idx="1"/>
          </p:nvPr>
        </p:nvSpPr>
        <p:spPr>
          <a:xfrm>
            <a:off x="960000" y="1212967"/>
            <a:ext cx="10272000" cy="37524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SzPts val="1400"/>
              <a:buFont typeface="Darker Grotesque SemiBold"/>
              <a:buChar char="●"/>
              <a:defRPr>
                <a:solidFill>
                  <a:srgbClr val="434343"/>
                </a:solidFill>
              </a:defRPr>
            </a:lvl1pPr>
            <a:lvl2pPr marL="1219170" lvl="1" indent="-423323" rtl="0">
              <a:lnSpc>
                <a:spcPct val="115000"/>
              </a:lnSpc>
              <a:spcBef>
                <a:spcPts val="1333"/>
              </a:spcBef>
              <a:spcAft>
                <a:spcPts val="0"/>
              </a:spcAft>
              <a:buClr>
                <a:srgbClr val="15325B"/>
              </a:buClr>
              <a:buSzPts val="1400"/>
              <a:buFont typeface="Darker Grotesque SemiBold"/>
              <a:buChar char="○"/>
              <a:defRPr>
                <a:solidFill>
                  <a:srgbClr val="434343"/>
                </a:solidFill>
              </a:defRPr>
            </a:lvl2pPr>
            <a:lvl3pPr marL="1828754" lvl="2" indent="-423323"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2438339" lvl="3" indent="-423323"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3047924" lvl="4" indent="-423323"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3657509" lvl="5" indent="-423323"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4267093" lvl="6" indent="-423323"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4876678" lvl="7" indent="-423323"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5486263" lvl="8" indent="-423323"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pPr lvl="0"/>
            <a:r>
              <a:rPr lang="en-US"/>
              <a:t>Click to edit Master text styles</a:t>
            </a:r>
          </a:p>
        </p:txBody>
      </p:sp>
      <p:sp>
        <p:nvSpPr>
          <p:cNvPr id="110" name="Google Shape;110;p22"/>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11" name="Google Shape;111;p22"/>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112" name="Google Shape;112;p22"/>
          <p:cNvSpPr/>
          <p:nvPr/>
        </p:nvSpPr>
        <p:spPr>
          <a:xfrm flipH="1">
            <a:off x="233667"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3" name="Google Shape;113;p22"/>
          <p:cNvSpPr/>
          <p:nvPr/>
        </p:nvSpPr>
        <p:spPr>
          <a:xfrm flipH="1">
            <a:off x="11232000" y="5676052"/>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69909373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itle and text 4">
  <p:cSld name="Title and text 4">
    <p:spTree>
      <p:nvGrpSpPr>
        <p:cNvPr id="1" name="Shape 114"/>
        <p:cNvGrpSpPr/>
        <p:nvPr/>
      </p:nvGrpSpPr>
      <p:grpSpPr>
        <a:xfrm>
          <a:off x="0" y="0"/>
          <a:ext cx="0" cy="0"/>
          <a:chOff x="0" y="0"/>
          <a:chExt cx="0" cy="0"/>
        </a:xfrm>
      </p:grpSpPr>
      <p:sp>
        <p:nvSpPr>
          <p:cNvPr id="115" name="Google Shape;115;p23"/>
          <p:cNvSpPr txBox="1">
            <a:spLocks noGrp="1"/>
          </p:cNvSpPr>
          <p:nvPr>
            <p:ph type="body" idx="1"/>
          </p:nvPr>
        </p:nvSpPr>
        <p:spPr>
          <a:xfrm>
            <a:off x="960000" y="1212967"/>
            <a:ext cx="10272000" cy="4925600"/>
          </a:xfrm>
          <a:prstGeom prst="rect">
            <a:avLst/>
          </a:prstGeom>
        </p:spPr>
        <p:txBody>
          <a:bodyPr spcFirstLastPara="1" wrap="square" lIns="91425" tIns="91425" rIns="91425" bIns="91425" anchor="t" anchorCtr="0">
            <a:noAutofit/>
          </a:bodyPr>
          <a:lstStyle>
            <a:lvl1pPr marL="609585" lvl="0" indent="-423323" rtl="0">
              <a:lnSpc>
                <a:spcPct val="100000"/>
              </a:lnSpc>
              <a:spcBef>
                <a:spcPts val="0"/>
              </a:spcBef>
              <a:spcAft>
                <a:spcPts val="0"/>
              </a:spcAft>
              <a:buSzPts val="1400"/>
              <a:buFont typeface="Darker Grotesque SemiBold"/>
              <a:buChar char="●"/>
              <a:defRPr>
                <a:solidFill>
                  <a:srgbClr val="434343"/>
                </a:solidFill>
              </a:defRPr>
            </a:lvl1pPr>
            <a:lvl2pPr marL="1219170" lvl="1" indent="-423323" rtl="0">
              <a:lnSpc>
                <a:spcPct val="115000"/>
              </a:lnSpc>
              <a:spcBef>
                <a:spcPts val="0"/>
              </a:spcBef>
              <a:spcAft>
                <a:spcPts val="0"/>
              </a:spcAft>
              <a:buClr>
                <a:srgbClr val="15325B"/>
              </a:buClr>
              <a:buSzPts val="1400"/>
              <a:buFont typeface="Darker Grotesque SemiBold"/>
              <a:buChar char="○"/>
              <a:defRPr>
                <a:solidFill>
                  <a:srgbClr val="434343"/>
                </a:solidFill>
              </a:defRPr>
            </a:lvl2pPr>
            <a:lvl3pPr marL="1828754" lvl="2" indent="-423323" rtl="0">
              <a:lnSpc>
                <a:spcPct val="115000"/>
              </a:lnSpc>
              <a:spcBef>
                <a:spcPts val="0"/>
              </a:spcBef>
              <a:spcAft>
                <a:spcPts val="0"/>
              </a:spcAft>
              <a:buClr>
                <a:srgbClr val="15325B"/>
              </a:buClr>
              <a:buSzPts val="1400"/>
              <a:buFont typeface="Darker Grotesque SemiBold"/>
              <a:buChar char="■"/>
              <a:defRPr>
                <a:solidFill>
                  <a:srgbClr val="434343"/>
                </a:solidFill>
              </a:defRPr>
            </a:lvl3pPr>
            <a:lvl4pPr marL="2438339" lvl="3" indent="-423323" rtl="0">
              <a:lnSpc>
                <a:spcPct val="115000"/>
              </a:lnSpc>
              <a:spcBef>
                <a:spcPts val="0"/>
              </a:spcBef>
              <a:spcAft>
                <a:spcPts val="0"/>
              </a:spcAft>
              <a:buClr>
                <a:srgbClr val="15325B"/>
              </a:buClr>
              <a:buSzPts val="1400"/>
              <a:buFont typeface="Darker Grotesque SemiBold"/>
              <a:buChar char="●"/>
              <a:defRPr>
                <a:solidFill>
                  <a:srgbClr val="434343"/>
                </a:solidFill>
              </a:defRPr>
            </a:lvl4pPr>
            <a:lvl5pPr marL="3047924" lvl="4" indent="-423323" rtl="0">
              <a:lnSpc>
                <a:spcPct val="115000"/>
              </a:lnSpc>
              <a:spcBef>
                <a:spcPts val="0"/>
              </a:spcBef>
              <a:spcAft>
                <a:spcPts val="0"/>
              </a:spcAft>
              <a:buClr>
                <a:srgbClr val="15325B"/>
              </a:buClr>
              <a:buSzPts val="1400"/>
              <a:buFont typeface="Darker Grotesque SemiBold"/>
              <a:buChar char="○"/>
              <a:defRPr>
                <a:solidFill>
                  <a:srgbClr val="434343"/>
                </a:solidFill>
              </a:defRPr>
            </a:lvl5pPr>
            <a:lvl6pPr marL="3657509" lvl="5" indent="-423323" rtl="0">
              <a:lnSpc>
                <a:spcPct val="115000"/>
              </a:lnSpc>
              <a:spcBef>
                <a:spcPts val="0"/>
              </a:spcBef>
              <a:spcAft>
                <a:spcPts val="0"/>
              </a:spcAft>
              <a:buClr>
                <a:srgbClr val="15325B"/>
              </a:buClr>
              <a:buSzPts val="1400"/>
              <a:buFont typeface="Darker Grotesque SemiBold"/>
              <a:buChar char="■"/>
              <a:defRPr>
                <a:solidFill>
                  <a:srgbClr val="434343"/>
                </a:solidFill>
              </a:defRPr>
            </a:lvl6pPr>
            <a:lvl7pPr marL="4267093" lvl="6" indent="-423323" rtl="0">
              <a:lnSpc>
                <a:spcPct val="115000"/>
              </a:lnSpc>
              <a:spcBef>
                <a:spcPts val="0"/>
              </a:spcBef>
              <a:spcAft>
                <a:spcPts val="0"/>
              </a:spcAft>
              <a:buClr>
                <a:srgbClr val="15325B"/>
              </a:buClr>
              <a:buSzPts val="1400"/>
              <a:buFont typeface="Darker Grotesque SemiBold"/>
              <a:buChar char="●"/>
              <a:defRPr>
                <a:solidFill>
                  <a:srgbClr val="434343"/>
                </a:solidFill>
              </a:defRPr>
            </a:lvl7pPr>
            <a:lvl8pPr marL="4876678" lvl="7" indent="-423323" rtl="0">
              <a:lnSpc>
                <a:spcPct val="115000"/>
              </a:lnSpc>
              <a:spcBef>
                <a:spcPts val="0"/>
              </a:spcBef>
              <a:spcAft>
                <a:spcPts val="0"/>
              </a:spcAft>
              <a:buClr>
                <a:srgbClr val="15325B"/>
              </a:buClr>
              <a:buSzPts val="1400"/>
              <a:buFont typeface="Darker Grotesque SemiBold"/>
              <a:buChar char="○"/>
              <a:defRPr>
                <a:solidFill>
                  <a:srgbClr val="434343"/>
                </a:solidFill>
              </a:defRPr>
            </a:lvl8pPr>
            <a:lvl9pPr marL="5486263" lvl="8" indent="-423323" rtl="0">
              <a:lnSpc>
                <a:spcPct val="115000"/>
              </a:lnSpc>
              <a:spcBef>
                <a:spcPts val="0"/>
              </a:spcBef>
              <a:spcAft>
                <a:spcPts val="0"/>
              </a:spcAft>
              <a:buClr>
                <a:srgbClr val="15325B"/>
              </a:buClr>
              <a:buSzPts val="1400"/>
              <a:buFont typeface="Darker Grotesque SemiBold"/>
              <a:buChar char="■"/>
              <a:defRPr>
                <a:solidFill>
                  <a:srgbClr val="434343"/>
                </a:solidFill>
              </a:defRPr>
            </a:lvl9pPr>
          </a:lstStyle>
          <a:p>
            <a:pPr lvl="0"/>
            <a:r>
              <a:rPr lang="en-US"/>
              <a:t>Click to edit Master text styles</a:t>
            </a:r>
          </a:p>
        </p:txBody>
      </p:sp>
      <p:sp>
        <p:nvSpPr>
          <p:cNvPr id="116" name="Google Shape;116;p23"/>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17" name="Google Shape;117;p23"/>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118" name="Google Shape;118;p23"/>
          <p:cNvSpPr/>
          <p:nvPr/>
        </p:nvSpPr>
        <p:spPr>
          <a:xfrm>
            <a:off x="11232000"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19" name="Google Shape;119;p23"/>
          <p:cNvSpPr/>
          <p:nvPr/>
        </p:nvSpPr>
        <p:spPr>
          <a:xfrm>
            <a:off x="233667" y="5676052"/>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6213215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120"/>
        <p:cNvGrpSpPr/>
        <p:nvPr/>
      </p:nvGrpSpPr>
      <p:grpSpPr>
        <a:xfrm>
          <a:off x="0" y="0"/>
          <a:ext cx="0" cy="0"/>
          <a:chOff x="0" y="0"/>
          <a:chExt cx="0" cy="0"/>
        </a:xfrm>
      </p:grpSpPr>
      <p:sp>
        <p:nvSpPr>
          <p:cNvPr id="121" name="Google Shape;121;p24"/>
          <p:cNvSpPr txBox="1">
            <a:spLocks noGrp="1"/>
          </p:cNvSpPr>
          <p:nvPr>
            <p:ph type="subTitle" idx="1"/>
          </p:nvPr>
        </p:nvSpPr>
        <p:spPr>
          <a:xfrm>
            <a:off x="960533" y="4589467"/>
            <a:ext cx="3402800" cy="5080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667">
                <a:latin typeface="Martel"/>
                <a:ea typeface="Martel"/>
                <a:cs typeface="Martel"/>
                <a:sym typeface="Martel"/>
              </a:defRPr>
            </a:lvl1pPr>
            <a:lvl2pPr lvl="1" algn="ctr" rtl="0">
              <a:lnSpc>
                <a:spcPct val="100000"/>
              </a:lnSpc>
              <a:spcBef>
                <a:spcPts val="0"/>
              </a:spcBef>
              <a:spcAft>
                <a:spcPts val="0"/>
              </a:spcAft>
              <a:buSzPts val="2500"/>
              <a:buFont typeface="Bebas Neue"/>
              <a:buNone/>
              <a:defRPr sz="3333">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3333">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3333">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3333">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3333">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3333">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3333">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3333">
                <a:latin typeface="Bebas Neue"/>
                <a:ea typeface="Bebas Neue"/>
                <a:cs typeface="Bebas Neue"/>
                <a:sym typeface="Bebas Neue"/>
              </a:defRPr>
            </a:lvl9pPr>
          </a:lstStyle>
          <a:p>
            <a:r>
              <a:rPr lang="en-US"/>
              <a:t>Click to edit Master subtitle style</a:t>
            </a:r>
            <a:endParaRPr/>
          </a:p>
        </p:txBody>
      </p:sp>
      <p:sp>
        <p:nvSpPr>
          <p:cNvPr id="122" name="Google Shape;122;p24"/>
          <p:cNvSpPr txBox="1">
            <a:spLocks noGrp="1"/>
          </p:cNvSpPr>
          <p:nvPr>
            <p:ph type="subTitle" idx="2"/>
          </p:nvPr>
        </p:nvSpPr>
        <p:spPr>
          <a:xfrm>
            <a:off x="7828672" y="4589467"/>
            <a:ext cx="3402800" cy="508000"/>
          </a:xfrm>
          <a:prstGeom prst="rect">
            <a:avLst/>
          </a:prstGeom>
          <a:solidFill>
            <a:schemeClr val="lt2"/>
          </a:solid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667">
                <a:latin typeface="Martel"/>
                <a:ea typeface="Martel"/>
                <a:cs typeface="Martel"/>
                <a:sym typeface="Martel"/>
              </a:defRPr>
            </a:lvl1pPr>
            <a:lvl2pPr lvl="1" algn="ctr" rtl="0">
              <a:lnSpc>
                <a:spcPct val="100000"/>
              </a:lnSpc>
              <a:spcBef>
                <a:spcPts val="0"/>
              </a:spcBef>
              <a:spcAft>
                <a:spcPts val="0"/>
              </a:spcAft>
              <a:buSzPts val="2500"/>
              <a:buFont typeface="Bebas Neue"/>
              <a:buNone/>
              <a:defRPr sz="3333">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3333">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3333">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3333">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3333">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3333">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3333">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3333">
                <a:latin typeface="Bebas Neue"/>
                <a:ea typeface="Bebas Neue"/>
                <a:cs typeface="Bebas Neue"/>
                <a:sym typeface="Bebas Neue"/>
              </a:defRPr>
            </a:lvl9pPr>
          </a:lstStyle>
          <a:p>
            <a:r>
              <a:rPr lang="en-US"/>
              <a:t>Click to edit Master subtitle style</a:t>
            </a:r>
            <a:endParaRPr/>
          </a:p>
        </p:txBody>
      </p:sp>
      <p:sp>
        <p:nvSpPr>
          <p:cNvPr id="123" name="Google Shape;123;p24"/>
          <p:cNvSpPr txBox="1">
            <a:spLocks noGrp="1"/>
          </p:cNvSpPr>
          <p:nvPr>
            <p:ph type="subTitle" idx="3"/>
          </p:nvPr>
        </p:nvSpPr>
        <p:spPr>
          <a:xfrm>
            <a:off x="960533" y="5097333"/>
            <a:ext cx="3402800" cy="707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4" name="Google Shape;124;p24"/>
          <p:cNvSpPr txBox="1">
            <a:spLocks noGrp="1"/>
          </p:cNvSpPr>
          <p:nvPr>
            <p:ph type="subTitle" idx="4"/>
          </p:nvPr>
        </p:nvSpPr>
        <p:spPr>
          <a:xfrm>
            <a:off x="7828672" y="5097333"/>
            <a:ext cx="3402800" cy="7072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25" name="Google Shape;125;p24"/>
          <p:cNvSpPr txBox="1">
            <a:spLocks noGrp="1"/>
          </p:cNvSpPr>
          <p:nvPr>
            <p:ph type="title"/>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26" name="Google Shape;126;p24"/>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127" name="Google Shape;127;p24"/>
          <p:cNvSpPr/>
          <p:nvPr/>
        </p:nvSpPr>
        <p:spPr>
          <a:xfrm>
            <a:off x="5656000" y="5676052"/>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6004567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28"/>
        <p:cNvGrpSpPr/>
        <p:nvPr/>
      </p:nvGrpSpPr>
      <p:grpSpPr>
        <a:xfrm>
          <a:off x="0" y="0"/>
          <a:ext cx="0" cy="0"/>
          <a:chOff x="0" y="0"/>
          <a:chExt cx="0" cy="0"/>
        </a:xfrm>
      </p:grpSpPr>
      <p:sp>
        <p:nvSpPr>
          <p:cNvPr id="129" name="Google Shape;129;p25"/>
          <p:cNvSpPr txBox="1">
            <a:spLocks noGrp="1"/>
          </p:cNvSpPr>
          <p:nvPr>
            <p:ph type="title"/>
          </p:nvPr>
        </p:nvSpPr>
        <p:spPr>
          <a:xfrm>
            <a:off x="6418633" y="1580467"/>
            <a:ext cx="4322800" cy="394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30" name="Google Shape;130;p25"/>
          <p:cNvSpPr txBox="1">
            <a:spLocks noGrp="1"/>
          </p:cNvSpPr>
          <p:nvPr>
            <p:ph type="subTitle" idx="1"/>
          </p:nvPr>
        </p:nvSpPr>
        <p:spPr>
          <a:xfrm>
            <a:off x="6418633" y="1974933"/>
            <a:ext cx="4322800" cy="872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1" name="Google Shape;131;p25"/>
          <p:cNvSpPr txBox="1">
            <a:spLocks noGrp="1"/>
          </p:cNvSpPr>
          <p:nvPr>
            <p:ph type="title" idx="2"/>
          </p:nvPr>
        </p:nvSpPr>
        <p:spPr>
          <a:xfrm>
            <a:off x="6418633" y="3227899"/>
            <a:ext cx="4322800" cy="394400"/>
          </a:xfrm>
          <a:prstGeom prst="rect">
            <a:avLst/>
          </a:prstGeom>
          <a:solidFill>
            <a:schemeClr val="lt2"/>
          </a:solidFill>
          <a:ln>
            <a:noFill/>
          </a:ln>
        </p:spPr>
        <p:txBody>
          <a:bodyPr spcFirstLastPara="1" wrap="square" lIns="91425" tIns="91425" rIns="91425" bIns="91425" anchor="ctr" anchorCtr="0">
            <a:noAutofit/>
          </a:bodyPr>
          <a:lstStyle>
            <a:lvl1pPr lvl="0"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32" name="Google Shape;132;p25"/>
          <p:cNvSpPr txBox="1">
            <a:spLocks noGrp="1"/>
          </p:cNvSpPr>
          <p:nvPr>
            <p:ph type="subTitle" idx="3"/>
          </p:nvPr>
        </p:nvSpPr>
        <p:spPr>
          <a:xfrm>
            <a:off x="6418633" y="3621767"/>
            <a:ext cx="4322800" cy="872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3" name="Google Shape;133;p25"/>
          <p:cNvSpPr txBox="1">
            <a:spLocks noGrp="1"/>
          </p:cNvSpPr>
          <p:nvPr>
            <p:ph type="title" idx="4"/>
          </p:nvPr>
        </p:nvSpPr>
        <p:spPr>
          <a:xfrm>
            <a:off x="6418633" y="4875332"/>
            <a:ext cx="4322800" cy="394400"/>
          </a:xfrm>
          <a:prstGeom prst="rect">
            <a:avLst/>
          </a:prstGeom>
          <a:ln>
            <a:noFill/>
          </a:ln>
        </p:spPr>
        <p:txBody>
          <a:bodyPr spcFirstLastPara="1" wrap="square" lIns="91425" tIns="91425" rIns="91425" bIns="91425" anchor="ctr" anchorCtr="0">
            <a:noAutofit/>
          </a:bodyPr>
          <a:lstStyle>
            <a:lvl1pPr lvl="0"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34" name="Google Shape;134;p25"/>
          <p:cNvSpPr txBox="1">
            <a:spLocks noGrp="1"/>
          </p:cNvSpPr>
          <p:nvPr>
            <p:ph type="subTitle" idx="5"/>
          </p:nvPr>
        </p:nvSpPr>
        <p:spPr>
          <a:xfrm>
            <a:off x="6418633" y="5269800"/>
            <a:ext cx="4322800" cy="8724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35" name="Google Shape;135;p25"/>
          <p:cNvSpPr txBox="1">
            <a:spLocks noGrp="1"/>
          </p:cNvSpPr>
          <p:nvPr>
            <p:ph type="title" idx="6"/>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36" name="Google Shape;136;p25"/>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137" name="Google Shape;137;p25"/>
          <p:cNvSpPr/>
          <p:nvPr/>
        </p:nvSpPr>
        <p:spPr>
          <a:xfrm>
            <a:off x="11059833"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68149820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953283" y="2448900"/>
            <a:ext cx="3337600" cy="5080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40" name="Google Shape;140;p26"/>
          <p:cNvSpPr txBox="1">
            <a:spLocks noGrp="1"/>
          </p:cNvSpPr>
          <p:nvPr>
            <p:ph type="subTitle" idx="1"/>
          </p:nvPr>
        </p:nvSpPr>
        <p:spPr>
          <a:xfrm>
            <a:off x="953267" y="2961241"/>
            <a:ext cx="3337600" cy="3177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867"/>
            </a:lvl1pPr>
            <a:lvl2pPr lvl="1" algn="ctr" rtl="0">
              <a:lnSpc>
                <a:spcPct val="100000"/>
              </a:lnSpc>
              <a:spcBef>
                <a:spcPts val="1333"/>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141" name="Google Shape;141;p26"/>
          <p:cNvSpPr txBox="1">
            <a:spLocks noGrp="1"/>
          </p:cNvSpPr>
          <p:nvPr>
            <p:ph type="title" idx="2"/>
          </p:nvPr>
        </p:nvSpPr>
        <p:spPr>
          <a:xfrm>
            <a:off x="4427208" y="2448900"/>
            <a:ext cx="3337600" cy="5080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42" name="Google Shape;142;p26"/>
          <p:cNvSpPr txBox="1">
            <a:spLocks noGrp="1"/>
          </p:cNvSpPr>
          <p:nvPr>
            <p:ph type="subTitle" idx="3"/>
          </p:nvPr>
        </p:nvSpPr>
        <p:spPr>
          <a:xfrm>
            <a:off x="4427203" y="2956900"/>
            <a:ext cx="3337600" cy="31776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867"/>
            </a:lvl1pPr>
            <a:lvl2pPr lvl="1" algn="ctr" rtl="0">
              <a:lnSpc>
                <a:spcPct val="100000"/>
              </a:lnSpc>
              <a:spcBef>
                <a:spcPts val="1333"/>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143" name="Google Shape;143;p26"/>
          <p:cNvSpPr txBox="1">
            <a:spLocks noGrp="1"/>
          </p:cNvSpPr>
          <p:nvPr>
            <p:ph type="title" idx="4"/>
          </p:nvPr>
        </p:nvSpPr>
        <p:spPr>
          <a:xfrm>
            <a:off x="7901117" y="2448900"/>
            <a:ext cx="3337600" cy="5080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44" name="Google Shape;144;p26"/>
          <p:cNvSpPr txBox="1">
            <a:spLocks noGrp="1"/>
          </p:cNvSpPr>
          <p:nvPr>
            <p:ph type="subTitle" idx="5"/>
          </p:nvPr>
        </p:nvSpPr>
        <p:spPr>
          <a:xfrm>
            <a:off x="7901123" y="2961216"/>
            <a:ext cx="3337600" cy="3177600"/>
          </a:xfrm>
          <a:prstGeom prst="rect">
            <a:avLst/>
          </a:prstGeom>
          <a:ln>
            <a:noFill/>
          </a:ln>
        </p:spPr>
        <p:txBody>
          <a:bodyPr spcFirstLastPara="1" wrap="square" lIns="91425" tIns="91425" rIns="91425" bIns="91425" anchor="t" anchorCtr="0">
            <a:noAutofit/>
          </a:bodyPr>
          <a:lstStyle>
            <a:lvl1pPr lvl="0" rtl="0">
              <a:lnSpc>
                <a:spcPct val="100000"/>
              </a:lnSpc>
              <a:spcBef>
                <a:spcPts val="1333"/>
              </a:spcBef>
              <a:spcAft>
                <a:spcPts val="0"/>
              </a:spcAft>
              <a:buSzPts val="1400"/>
              <a:buChar char="●"/>
              <a:defRPr sz="1867"/>
            </a:lvl1pPr>
            <a:lvl2pPr lvl="1" algn="ctr" rtl="0">
              <a:lnSpc>
                <a:spcPct val="100000"/>
              </a:lnSpc>
              <a:spcBef>
                <a:spcPts val="1333"/>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r>
              <a:rPr lang="en-US"/>
              <a:t>Click to edit Master subtitle style</a:t>
            </a:r>
            <a:endParaRPr/>
          </a:p>
        </p:txBody>
      </p:sp>
      <p:sp>
        <p:nvSpPr>
          <p:cNvPr id="145" name="Google Shape;145;p26"/>
          <p:cNvSpPr txBox="1">
            <a:spLocks noGrp="1"/>
          </p:cNvSpPr>
          <p:nvPr>
            <p:ph type="title" idx="6"/>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46" name="Google Shape;146;p26"/>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147" name="Google Shape;147;p26"/>
          <p:cNvSpPr/>
          <p:nvPr/>
        </p:nvSpPr>
        <p:spPr>
          <a:xfrm>
            <a:off x="510967"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48" name="Google Shape;148;p26"/>
          <p:cNvSpPr/>
          <p:nvPr/>
        </p:nvSpPr>
        <p:spPr>
          <a:xfrm>
            <a:off x="10801033" y="5676052"/>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36689524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four columns">
  <p:cSld name="Title and four columns">
    <p:spTree>
      <p:nvGrpSpPr>
        <p:cNvPr id="1" name="Shape 149"/>
        <p:cNvGrpSpPr/>
        <p:nvPr/>
      </p:nvGrpSpPr>
      <p:grpSpPr>
        <a:xfrm>
          <a:off x="0" y="0"/>
          <a:ext cx="0" cy="0"/>
          <a:chOff x="0" y="0"/>
          <a:chExt cx="0" cy="0"/>
        </a:xfrm>
      </p:grpSpPr>
      <p:sp>
        <p:nvSpPr>
          <p:cNvPr id="150" name="Google Shape;150;p27"/>
          <p:cNvSpPr txBox="1">
            <a:spLocks noGrp="1"/>
          </p:cNvSpPr>
          <p:nvPr>
            <p:ph type="title"/>
          </p:nvPr>
        </p:nvSpPr>
        <p:spPr>
          <a:xfrm>
            <a:off x="2100600" y="2614600"/>
            <a:ext cx="3446000" cy="4588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51" name="Google Shape;151;p27"/>
          <p:cNvSpPr txBox="1">
            <a:spLocks noGrp="1"/>
          </p:cNvSpPr>
          <p:nvPr>
            <p:ph type="subTitle" idx="1"/>
          </p:nvPr>
        </p:nvSpPr>
        <p:spPr>
          <a:xfrm>
            <a:off x="2100600" y="3073197"/>
            <a:ext cx="3446000" cy="646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2" name="Google Shape;152;p27"/>
          <p:cNvSpPr txBox="1">
            <a:spLocks noGrp="1"/>
          </p:cNvSpPr>
          <p:nvPr>
            <p:ph type="title" idx="2"/>
          </p:nvPr>
        </p:nvSpPr>
        <p:spPr>
          <a:xfrm>
            <a:off x="6659731" y="2614600"/>
            <a:ext cx="3446000" cy="458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53" name="Google Shape;153;p27"/>
          <p:cNvSpPr txBox="1">
            <a:spLocks noGrp="1"/>
          </p:cNvSpPr>
          <p:nvPr>
            <p:ph type="subTitle" idx="3"/>
          </p:nvPr>
        </p:nvSpPr>
        <p:spPr>
          <a:xfrm>
            <a:off x="6659731" y="3073197"/>
            <a:ext cx="3446000" cy="646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4" name="Google Shape;154;p27"/>
          <p:cNvSpPr txBox="1">
            <a:spLocks noGrp="1"/>
          </p:cNvSpPr>
          <p:nvPr>
            <p:ph type="title" idx="4"/>
          </p:nvPr>
        </p:nvSpPr>
        <p:spPr>
          <a:xfrm>
            <a:off x="2100600" y="4942704"/>
            <a:ext cx="3446000" cy="458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55" name="Google Shape;155;p27"/>
          <p:cNvSpPr txBox="1">
            <a:spLocks noGrp="1"/>
          </p:cNvSpPr>
          <p:nvPr>
            <p:ph type="subTitle" idx="5"/>
          </p:nvPr>
        </p:nvSpPr>
        <p:spPr>
          <a:xfrm>
            <a:off x="2100600" y="5401533"/>
            <a:ext cx="3446000" cy="646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6" name="Google Shape;156;p27"/>
          <p:cNvSpPr txBox="1">
            <a:spLocks noGrp="1"/>
          </p:cNvSpPr>
          <p:nvPr>
            <p:ph type="title" idx="6"/>
          </p:nvPr>
        </p:nvSpPr>
        <p:spPr>
          <a:xfrm>
            <a:off x="6659731" y="4942704"/>
            <a:ext cx="3446000" cy="4588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57" name="Google Shape;157;p27"/>
          <p:cNvSpPr txBox="1">
            <a:spLocks noGrp="1"/>
          </p:cNvSpPr>
          <p:nvPr>
            <p:ph type="subTitle" idx="7"/>
          </p:nvPr>
        </p:nvSpPr>
        <p:spPr>
          <a:xfrm>
            <a:off x="6659731" y="5401533"/>
            <a:ext cx="3446000" cy="646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58" name="Google Shape;158;p27"/>
          <p:cNvSpPr txBox="1">
            <a:spLocks noGrp="1"/>
          </p:cNvSpPr>
          <p:nvPr>
            <p:ph type="title" idx="8"/>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sp>
        <p:nvSpPr>
          <p:cNvPr id="159" name="Google Shape;159;p27"/>
          <p:cNvSpPr/>
          <p:nvPr/>
        </p:nvSpPr>
        <p:spPr>
          <a:xfrm>
            <a:off x="510967" y="1689400"/>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60" name="Google Shape;160;p27"/>
          <p:cNvSpPr/>
          <p:nvPr/>
        </p:nvSpPr>
        <p:spPr>
          <a:xfrm>
            <a:off x="10801033" y="5676052"/>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cxnSp>
        <p:nvCxnSpPr>
          <p:cNvPr id="161" name="Google Shape;161;p27"/>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Tree>
    <p:extLst>
      <p:ext uri="{BB962C8B-B14F-4D97-AF65-F5344CB8AC3E}">
        <p14:creationId xmlns:p14="http://schemas.microsoft.com/office/powerpoint/2010/main" val="356199650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162"/>
        <p:cNvGrpSpPr/>
        <p:nvPr/>
      </p:nvGrpSpPr>
      <p:grpSpPr>
        <a:xfrm>
          <a:off x="0" y="0"/>
          <a:ext cx="0" cy="0"/>
          <a:chOff x="0" y="0"/>
          <a:chExt cx="0" cy="0"/>
        </a:xfrm>
      </p:grpSpPr>
      <p:sp>
        <p:nvSpPr>
          <p:cNvPr id="163" name="Google Shape;163;p28"/>
          <p:cNvSpPr txBox="1">
            <a:spLocks noGrp="1"/>
          </p:cNvSpPr>
          <p:nvPr>
            <p:ph type="title"/>
          </p:nvPr>
        </p:nvSpPr>
        <p:spPr>
          <a:xfrm>
            <a:off x="953967" y="2587000"/>
            <a:ext cx="3252400" cy="5036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64" name="Google Shape;164;p28"/>
          <p:cNvSpPr txBox="1">
            <a:spLocks noGrp="1"/>
          </p:cNvSpPr>
          <p:nvPr>
            <p:ph type="subTitle" idx="1"/>
          </p:nvPr>
        </p:nvSpPr>
        <p:spPr>
          <a:xfrm>
            <a:off x="953973" y="3090293"/>
            <a:ext cx="3252400" cy="703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5" name="Google Shape;165;p28"/>
          <p:cNvSpPr txBox="1">
            <a:spLocks noGrp="1"/>
          </p:cNvSpPr>
          <p:nvPr>
            <p:ph type="title" idx="2"/>
          </p:nvPr>
        </p:nvSpPr>
        <p:spPr>
          <a:xfrm>
            <a:off x="4469797" y="2587000"/>
            <a:ext cx="3252400" cy="503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66" name="Google Shape;166;p28"/>
          <p:cNvSpPr txBox="1">
            <a:spLocks noGrp="1"/>
          </p:cNvSpPr>
          <p:nvPr>
            <p:ph type="subTitle" idx="3"/>
          </p:nvPr>
        </p:nvSpPr>
        <p:spPr>
          <a:xfrm>
            <a:off x="4469803" y="3090293"/>
            <a:ext cx="3252400" cy="703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7" name="Google Shape;167;p28"/>
          <p:cNvSpPr txBox="1">
            <a:spLocks noGrp="1"/>
          </p:cNvSpPr>
          <p:nvPr>
            <p:ph type="title" idx="4"/>
          </p:nvPr>
        </p:nvSpPr>
        <p:spPr>
          <a:xfrm>
            <a:off x="953967" y="4851433"/>
            <a:ext cx="3252400" cy="492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68" name="Google Shape;168;p28"/>
          <p:cNvSpPr txBox="1">
            <a:spLocks noGrp="1"/>
          </p:cNvSpPr>
          <p:nvPr>
            <p:ph type="subTitle" idx="5"/>
          </p:nvPr>
        </p:nvSpPr>
        <p:spPr>
          <a:xfrm>
            <a:off x="953973" y="5358499"/>
            <a:ext cx="3252400" cy="703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69" name="Google Shape;169;p28"/>
          <p:cNvSpPr txBox="1">
            <a:spLocks noGrp="1"/>
          </p:cNvSpPr>
          <p:nvPr>
            <p:ph type="title" idx="6"/>
          </p:nvPr>
        </p:nvSpPr>
        <p:spPr>
          <a:xfrm>
            <a:off x="4469797" y="4851433"/>
            <a:ext cx="3252400" cy="4928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70" name="Google Shape;170;p28"/>
          <p:cNvSpPr txBox="1">
            <a:spLocks noGrp="1"/>
          </p:cNvSpPr>
          <p:nvPr>
            <p:ph type="subTitle" idx="7"/>
          </p:nvPr>
        </p:nvSpPr>
        <p:spPr>
          <a:xfrm>
            <a:off x="4469803" y="5358499"/>
            <a:ext cx="3252400" cy="703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1" name="Google Shape;171;p28"/>
          <p:cNvSpPr txBox="1">
            <a:spLocks noGrp="1"/>
          </p:cNvSpPr>
          <p:nvPr>
            <p:ph type="title" idx="8"/>
          </p:nvPr>
        </p:nvSpPr>
        <p:spPr>
          <a:xfrm>
            <a:off x="7996632" y="2587000"/>
            <a:ext cx="3246800" cy="503600"/>
          </a:xfrm>
          <a:prstGeom prst="rect">
            <a:avLst/>
          </a:prstGeom>
          <a:solidFill>
            <a:schemeClr val="lt2"/>
          </a:solidFill>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72" name="Google Shape;172;p28"/>
          <p:cNvSpPr txBox="1">
            <a:spLocks noGrp="1"/>
          </p:cNvSpPr>
          <p:nvPr>
            <p:ph type="subTitle" idx="9"/>
          </p:nvPr>
        </p:nvSpPr>
        <p:spPr>
          <a:xfrm>
            <a:off x="7996637" y="3090293"/>
            <a:ext cx="3246800" cy="703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3" name="Google Shape;173;p28"/>
          <p:cNvSpPr txBox="1">
            <a:spLocks noGrp="1"/>
          </p:cNvSpPr>
          <p:nvPr>
            <p:ph type="title" idx="13"/>
          </p:nvPr>
        </p:nvSpPr>
        <p:spPr>
          <a:xfrm>
            <a:off x="7996633" y="4851433"/>
            <a:ext cx="3246800" cy="4928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2667"/>
            </a:lvl1pPr>
            <a:lvl2pPr lvl="1" algn="ctr" rtl="0">
              <a:spcBef>
                <a:spcPts val="0"/>
              </a:spcBef>
              <a:spcAft>
                <a:spcPts val="0"/>
              </a:spcAft>
              <a:buSzPts val="2500"/>
              <a:buNone/>
              <a:defRPr sz="3333"/>
            </a:lvl2pPr>
            <a:lvl3pPr lvl="2" algn="ctr" rtl="0">
              <a:spcBef>
                <a:spcPts val="0"/>
              </a:spcBef>
              <a:spcAft>
                <a:spcPts val="0"/>
              </a:spcAft>
              <a:buSzPts val="2500"/>
              <a:buNone/>
              <a:defRPr sz="3333"/>
            </a:lvl3pPr>
            <a:lvl4pPr lvl="3" algn="ctr" rtl="0">
              <a:spcBef>
                <a:spcPts val="0"/>
              </a:spcBef>
              <a:spcAft>
                <a:spcPts val="0"/>
              </a:spcAft>
              <a:buSzPts val="2500"/>
              <a:buNone/>
              <a:defRPr sz="3333"/>
            </a:lvl4pPr>
            <a:lvl5pPr lvl="4" algn="ctr" rtl="0">
              <a:spcBef>
                <a:spcPts val="0"/>
              </a:spcBef>
              <a:spcAft>
                <a:spcPts val="0"/>
              </a:spcAft>
              <a:buSzPts val="2500"/>
              <a:buNone/>
              <a:defRPr sz="3333"/>
            </a:lvl5pPr>
            <a:lvl6pPr lvl="5" algn="ctr" rtl="0">
              <a:spcBef>
                <a:spcPts val="0"/>
              </a:spcBef>
              <a:spcAft>
                <a:spcPts val="0"/>
              </a:spcAft>
              <a:buSzPts val="2500"/>
              <a:buNone/>
              <a:defRPr sz="3333"/>
            </a:lvl6pPr>
            <a:lvl7pPr lvl="6" algn="ctr" rtl="0">
              <a:spcBef>
                <a:spcPts val="0"/>
              </a:spcBef>
              <a:spcAft>
                <a:spcPts val="0"/>
              </a:spcAft>
              <a:buSzPts val="2500"/>
              <a:buNone/>
              <a:defRPr sz="3333"/>
            </a:lvl7pPr>
            <a:lvl8pPr lvl="7" algn="ctr" rtl="0">
              <a:spcBef>
                <a:spcPts val="0"/>
              </a:spcBef>
              <a:spcAft>
                <a:spcPts val="0"/>
              </a:spcAft>
              <a:buSzPts val="2500"/>
              <a:buNone/>
              <a:defRPr sz="3333"/>
            </a:lvl8pPr>
            <a:lvl9pPr lvl="8" algn="ctr" rtl="0">
              <a:spcBef>
                <a:spcPts val="0"/>
              </a:spcBef>
              <a:spcAft>
                <a:spcPts val="0"/>
              </a:spcAft>
              <a:buSzPts val="2500"/>
              <a:buNone/>
              <a:defRPr sz="3333"/>
            </a:lvl9pPr>
          </a:lstStyle>
          <a:p>
            <a:r>
              <a:rPr lang="en-US"/>
              <a:t>Click to edit Master title style</a:t>
            </a:r>
            <a:endParaRPr/>
          </a:p>
        </p:txBody>
      </p:sp>
      <p:sp>
        <p:nvSpPr>
          <p:cNvPr id="174" name="Google Shape;174;p28"/>
          <p:cNvSpPr txBox="1">
            <a:spLocks noGrp="1"/>
          </p:cNvSpPr>
          <p:nvPr>
            <p:ph type="subTitle" idx="14"/>
          </p:nvPr>
        </p:nvSpPr>
        <p:spPr>
          <a:xfrm>
            <a:off x="7996637" y="5358499"/>
            <a:ext cx="3246800" cy="7036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75" name="Google Shape;175;p28"/>
          <p:cNvSpPr txBox="1">
            <a:spLocks noGrp="1"/>
          </p:cNvSpPr>
          <p:nvPr>
            <p:ph type="title" idx="15"/>
          </p:nvPr>
        </p:nvSpPr>
        <p:spPr>
          <a:xfrm>
            <a:off x="960000" y="593367"/>
            <a:ext cx="10272000" cy="6196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SzPts val="2500"/>
              <a:buNone/>
              <a:defRPr sz="3333"/>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r>
              <a:rPr lang="en-US"/>
              <a:t>Click to edit Master title style</a:t>
            </a:r>
            <a:endParaRPr/>
          </a:p>
        </p:txBody>
      </p:sp>
      <p:cxnSp>
        <p:nvCxnSpPr>
          <p:cNvPr id="176" name="Google Shape;176;p28"/>
          <p:cNvCxnSpPr/>
          <p:nvPr/>
        </p:nvCxnSpPr>
        <p:spPr>
          <a:xfrm>
            <a:off x="1394000" y="1212817"/>
            <a:ext cx="9404000" cy="0"/>
          </a:xfrm>
          <a:prstGeom prst="straightConnector1">
            <a:avLst/>
          </a:prstGeom>
          <a:noFill/>
          <a:ln w="19050" cap="flat" cmpd="sng">
            <a:solidFill>
              <a:schemeClr val="dk1"/>
            </a:solidFill>
            <a:prstDash val="solid"/>
            <a:round/>
            <a:headEnd type="none" w="med" len="med"/>
            <a:tailEnd type="none" w="med" len="med"/>
          </a:ln>
        </p:spPr>
      </p:cxnSp>
      <p:sp>
        <p:nvSpPr>
          <p:cNvPr id="177" name="Google Shape;177;p28"/>
          <p:cNvSpPr/>
          <p:nvPr/>
        </p:nvSpPr>
        <p:spPr>
          <a:xfrm>
            <a:off x="147400" y="5797385"/>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78" name="Google Shape;178;p28"/>
          <p:cNvSpPr/>
          <p:nvPr/>
        </p:nvSpPr>
        <p:spPr>
          <a:xfrm>
            <a:off x="11246167"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23698128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179"/>
        <p:cNvGrpSpPr/>
        <p:nvPr/>
      </p:nvGrpSpPr>
      <p:grpSpPr>
        <a:xfrm>
          <a:off x="0" y="0"/>
          <a:ext cx="0" cy="0"/>
          <a:chOff x="0" y="0"/>
          <a:chExt cx="0" cy="0"/>
        </a:xfrm>
      </p:grpSpPr>
      <p:sp>
        <p:nvSpPr>
          <p:cNvPr id="180" name="Google Shape;180;p29"/>
          <p:cNvSpPr txBox="1">
            <a:spLocks noGrp="1"/>
          </p:cNvSpPr>
          <p:nvPr>
            <p:ph type="title" hasCustomPrompt="1"/>
          </p:nvPr>
        </p:nvSpPr>
        <p:spPr>
          <a:xfrm>
            <a:off x="1712000" y="1623947"/>
            <a:ext cx="8768000" cy="94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81" name="Google Shape;181;p29"/>
          <p:cNvSpPr txBox="1">
            <a:spLocks noGrp="1"/>
          </p:cNvSpPr>
          <p:nvPr>
            <p:ph type="subTitle" idx="1"/>
          </p:nvPr>
        </p:nvSpPr>
        <p:spPr>
          <a:xfrm>
            <a:off x="2464000" y="2567149"/>
            <a:ext cx="7264000" cy="430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82" name="Google Shape;182;p29"/>
          <p:cNvSpPr txBox="1">
            <a:spLocks noGrp="1"/>
          </p:cNvSpPr>
          <p:nvPr>
            <p:ph type="title" idx="2" hasCustomPrompt="1"/>
          </p:nvPr>
        </p:nvSpPr>
        <p:spPr>
          <a:xfrm>
            <a:off x="1712000" y="3122333"/>
            <a:ext cx="8768000" cy="9432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83" name="Google Shape;183;p29"/>
          <p:cNvSpPr txBox="1">
            <a:spLocks noGrp="1"/>
          </p:cNvSpPr>
          <p:nvPr>
            <p:ph type="subTitle" idx="3"/>
          </p:nvPr>
        </p:nvSpPr>
        <p:spPr>
          <a:xfrm>
            <a:off x="2464000" y="4065520"/>
            <a:ext cx="7264000" cy="430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84" name="Google Shape;184;p29"/>
          <p:cNvSpPr txBox="1">
            <a:spLocks noGrp="1"/>
          </p:cNvSpPr>
          <p:nvPr>
            <p:ph type="title" idx="4" hasCustomPrompt="1"/>
          </p:nvPr>
        </p:nvSpPr>
        <p:spPr>
          <a:xfrm>
            <a:off x="1712000" y="4620720"/>
            <a:ext cx="8768000" cy="94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200"/>
              <a:buNone/>
              <a:defRPr sz="6667"/>
            </a:lvl1pPr>
            <a:lvl2pPr lvl="1" algn="ctr" rtl="0">
              <a:spcBef>
                <a:spcPts val="0"/>
              </a:spcBef>
              <a:spcAft>
                <a:spcPts val="0"/>
              </a:spcAft>
              <a:buSzPts val="6200"/>
              <a:buNone/>
              <a:defRPr sz="8266"/>
            </a:lvl2pPr>
            <a:lvl3pPr lvl="2" algn="ctr" rtl="0">
              <a:spcBef>
                <a:spcPts val="0"/>
              </a:spcBef>
              <a:spcAft>
                <a:spcPts val="0"/>
              </a:spcAft>
              <a:buSzPts val="6200"/>
              <a:buNone/>
              <a:defRPr sz="8266"/>
            </a:lvl3pPr>
            <a:lvl4pPr lvl="3" algn="ctr" rtl="0">
              <a:spcBef>
                <a:spcPts val="0"/>
              </a:spcBef>
              <a:spcAft>
                <a:spcPts val="0"/>
              </a:spcAft>
              <a:buSzPts val="6200"/>
              <a:buNone/>
              <a:defRPr sz="8266"/>
            </a:lvl4pPr>
            <a:lvl5pPr lvl="4" algn="ctr" rtl="0">
              <a:spcBef>
                <a:spcPts val="0"/>
              </a:spcBef>
              <a:spcAft>
                <a:spcPts val="0"/>
              </a:spcAft>
              <a:buSzPts val="6200"/>
              <a:buNone/>
              <a:defRPr sz="8266"/>
            </a:lvl5pPr>
            <a:lvl6pPr lvl="5" algn="ctr" rtl="0">
              <a:spcBef>
                <a:spcPts val="0"/>
              </a:spcBef>
              <a:spcAft>
                <a:spcPts val="0"/>
              </a:spcAft>
              <a:buSzPts val="6200"/>
              <a:buNone/>
              <a:defRPr sz="8266"/>
            </a:lvl6pPr>
            <a:lvl7pPr lvl="6" algn="ctr" rtl="0">
              <a:spcBef>
                <a:spcPts val="0"/>
              </a:spcBef>
              <a:spcAft>
                <a:spcPts val="0"/>
              </a:spcAft>
              <a:buSzPts val="6200"/>
              <a:buNone/>
              <a:defRPr sz="8266"/>
            </a:lvl7pPr>
            <a:lvl8pPr lvl="7" algn="ctr" rtl="0">
              <a:spcBef>
                <a:spcPts val="0"/>
              </a:spcBef>
              <a:spcAft>
                <a:spcPts val="0"/>
              </a:spcAft>
              <a:buSzPts val="6200"/>
              <a:buNone/>
              <a:defRPr sz="8266"/>
            </a:lvl8pPr>
            <a:lvl9pPr lvl="8" algn="ctr" rtl="0">
              <a:spcBef>
                <a:spcPts val="0"/>
              </a:spcBef>
              <a:spcAft>
                <a:spcPts val="0"/>
              </a:spcAft>
              <a:buSzPts val="6200"/>
              <a:buNone/>
              <a:defRPr sz="8266"/>
            </a:lvl9pPr>
          </a:lstStyle>
          <a:p>
            <a:r>
              <a:t>xx%</a:t>
            </a:r>
          </a:p>
        </p:txBody>
      </p:sp>
      <p:sp>
        <p:nvSpPr>
          <p:cNvPr id="185" name="Google Shape;185;p29"/>
          <p:cNvSpPr txBox="1">
            <a:spLocks noGrp="1"/>
          </p:cNvSpPr>
          <p:nvPr>
            <p:ph type="subTitle" idx="5"/>
          </p:nvPr>
        </p:nvSpPr>
        <p:spPr>
          <a:xfrm>
            <a:off x="2464000" y="5563920"/>
            <a:ext cx="7264000" cy="4304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133">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Tree>
    <p:extLst>
      <p:ext uri="{BB962C8B-B14F-4D97-AF65-F5344CB8AC3E}">
        <p14:creationId xmlns:p14="http://schemas.microsoft.com/office/powerpoint/2010/main" val="205803634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86"/>
        <p:cNvGrpSpPr/>
        <p:nvPr/>
      </p:nvGrpSpPr>
      <p:grpSpPr>
        <a:xfrm>
          <a:off x="0" y="0"/>
          <a:ext cx="0" cy="0"/>
          <a:chOff x="0" y="0"/>
          <a:chExt cx="0" cy="0"/>
        </a:xfrm>
      </p:grpSpPr>
      <p:sp>
        <p:nvSpPr>
          <p:cNvPr id="187" name="Google Shape;187;p30"/>
          <p:cNvSpPr txBox="1">
            <a:spLocks noGrp="1"/>
          </p:cNvSpPr>
          <p:nvPr>
            <p:ph type="subTitle" idx="1"/>
          </p:nvPr>
        </p:nvSpPr>
        <p:spPr>
          <a:xfrm>
            <a:off x="3666200" y="3821989"/>
            <a:ext cx="4859600" cy="508000"/>
          </a:xfrm>
          <a:prstGeom prst="rect">
            <a:avLst/>
          </a:prstGeom>
          <a:solidFill>
            <a:schemeClr val="lt2"/>
          </a:solidFill>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2500"/>
              <a:buFont typeface="Bebas Neue"/>
              <a:buNone/>
              <a:defRPr sz="2667">
                <a:latin typeface="Martel"/>
                <a:ea typeface="Martel"/>
                <a:cs typeface="Martel"/>
                <a:sym typeface="Martel"/>
              </a:defRPr>
            </a:lvl1pPr>
            <a:lvl2pPr lvl="1" algn="ctr" rtl="0">
              <a:lnSpc>
                <a:spcPct val="100000"/>
              </a:lnSpc>
              <a:spcBef>
                <a:spcPts val="0"/>
              </a:spcBef>
              <a:spcAft>
                <a:spcPts val="0"/>
              </a:spcAft>
              <a:buSzPts val="2500"/>
              <a:buFont typeface="Bebas Neue"/>
              <a:buNone/>
              <a:defRPr sz="3333">
                <a:latin typeface="Bebas Neue"/>
                <a:ea typeface="Bebas Neue"/>
                <a:cs typeface="Bebas Neue"/>
                <a:sym typeface="Bebas Neue"/>
              </a:defRPr>
            </a:lvl2pPr>
            <a:lvl3pPr lvl="2" algn="ctr" rtl="0">
              <a:lnSpc>
                <a:spcPct val="100000"/>
              </a:lnSpc>
              <a:spcBef>
                <a:spcPts val="0"/>
              </a:spcBef>
              <a:spcAft>
                <a:spcPts val="0"/>
              </a:spcAft>
              <a:buSzPts val="2500"/>
              <a:buFont typeface="Bebas Neue"/>
              <a:buNone/>
              <a:defRPr sz="3333">
                <a:latin typeface="Bebas Neue"/>
                <a:ea typeface="Bebas Neue"/>
                <a:cs typeface="Bebas Neue"/>
                <a:sym typeface="Bebas Neue"/>
              </a:defRPr>
            </a:lvl3pPr>
            <a:lvl4pPr lvl="3" algn="ctr" rtl="0">
              <a:lnSpc>
                <a:spcPct val="100000"/>
              </a:lnSpc>
              <a:spcBef>
                <a:spcPts val="0"/>
              </a:spcBef>
              <a:spcAft>
                <a:spcPts val="0"/>
              </a:spcAft>
              <a:buSzPts val="2500"/>
              <a:buFont typeface="Bebas Neue"/>
              <a:buNone/>
              <a:defRPr sz="3333">
                <a:latin typeface="Bebas Neue"/>
                <a:ea typeface="Bebas Neue"/>
                <a:cs typeface="Bebas Neue"/>
                <a:sym typeface="Bebas Neue"/>
              </a:defRPr>
            </a:lvl4pPr>
            <a:lvl5pPr lvl="4" algn="ctr" rtl="0">
              <a:lnSpc>
                <a:spcPct val="100000"/>
              </a:lnSpc>
              <a:spcBef>
                <a:spcPts val="0"/>
              </a:spcBef>
              <a:spcAft>
                <a:spcPts val="0"/>
              </a:spcAft>
              <a:buSzPts val="2500"/>
              <a:buFont typeface="Bebas Neue"/>
              <a:buNone/>
              <a:defRPr sz="3333">
                <a:latin typeface="Bebas Neue"/>
                <a:ea typeface="Bebas Neue"/>
                <a:cs typeface="Bebas Neue"/>
                <a:sym typeface="Bebas Neue"/>
              </a:defRPr>
            </a:lvl5pPr>
            <a:lvl6pPr lvl="5" algn="ctr" rtl="0">
              <a:lnSpc>
                <a:spcPct val="100000"/>
              </a:lnSpc>
              <a:spcBef>
                <a:spcPts val="0"/>
              </a:spcBef>
              <a:spcAft>
                <a:spcPts val="0"/>
              </a:spcAft>
              <a:buSzPts val="2500"/>
              <a:buFont typeface="Bebas Neue"/>
              <a:buNone/>
              <a:defRPr sz="3333">
                <a:latin typeface="Bebas Neue"/>
                <a:ea typeface="Bebas Neue"/>
                <a:cs typeface="Bebas Neue"/>
                <a:sym typeface="Bebas Neue"/>
              </a:defRPr>
            </a:lvl6pPr>
            <a:lvl7pPr lvl="6" algn="ctr" rtl="0">
              <a:lnSpc>
                <a:spcPct val="100000"/>
              </a:lnSpc>
              <a:spcBef>
                <a:spcPts val="0"/>
              </a:spcBef>
              <a:spcAft>
                <a:spcPts val="0"/>
              </a:spcAft>
              <a:buSzPts val="2500"/>
              <a:buFont typeface="Bebas Neue"/>
              <a:buNone/>
              <a:defRPr sz="3333">
                <a:latin typeface="Bebas Neue"/>
                <a:ea typeface="Bebas Neue"/>
                <a:cs typeface="Bebas Neue"/>
                <a:sym typeface="Bebas Neue"/>
              </a:defRPr>
            </a:lvl7pPr>
            <a:lvl8pPr lvl="7" algn="ctr" rtl="0">
              <a:lnSpc>
                <a:spcPct val="100000"/>
              </a:lnSpc>
              <a:spcBef>
                <a:spcPts val="0"/>
              </a:spcBef>
              <a:spcAft>
                <a:spcPts val="0"/>
              </a:spcAft>
              <a:buSzPts val="2500"/>
              <a:buFont typeface="Bebas Neue"/>
              <a:buNone/>
              <a:defRPr sz="3333">
                <a:latin typeface="Bebas Neue"/>
                <a:ea typeface="Bebas Neue"/>
                <a:cs typeface="Bebas Neue"/>
                <a:sym typeface="Bebas Neue"/>
              </a:defRPr>
            </a:lvl8pPr>
            <a:lvl9pPr lvl="8" algn="ctr" rtl="0">
              <a:lnSpc>
                <a:spcPct val="100000"/>
              </a:lnSpc>
              <a:spcBef>
                <a:spcPts val="0"/>
              </a:spcBef>
              <a:spcAft>
                <a:spcPts val="0"/>
              </a:spcAft>
              <a:buSzPts val="2500"/>
              <a:buFont typeface="Bebas Neue"/>
              <a:buNone/>
              <a:defRPr sz="3333">
                <a:latin typeface="Bebas Neue"/>
                <a:ea typeface="Bebas Neue"/>
                <a:cs typeface="Bebas Neue"/>
                <a:sym typeface="Bebas Neue"/>
              </a:defRPr>
            </a:lvl9pPr>
          </a:lstStyle>
          <a:p>
            <a:r>
              <a:rPr lang="en-US"/>
              <a:t>Click to edit Master subtitle style</a:t>
            </a:r>
            <a:endParaRPr/>
          </a:p>
        </p:txBody>
      </p:sp>
      <p:sp>
        <p:nvSpPr>
          <p:cNvPr id="188" name="Google Shape;188;p30"/>
          <p:cNvSpPr txBox="1">
            <a:spLocks noGrp="1"/>
          </p:cNvSpPr>
          <p:nvPr>
            <p:ph type="subTitle" idx="2"/>
          </p:nvPr>
        </p:nvSpPr>
        <p:spPr>
          <a:xfrm>
            <a:off x="2597800" y="2313856"/>
            <a:ext cx="6996400" cy="1508000"/>
          </a:xfrm>
          <a:prstGeom prst="rect">
            <a:avLst/>
          </a:prstGeom>
          <a:ln>
            <a:noFill/>
          </a:ln>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2667">
                <a:solidFill>
                  <a:schemeClr val="lt1"/>
                </a:solidFill>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189" name="Google Shape;189;p30"/>
          <p:cNvSpPr/>
          <p:nvPr/>
        </p:nvSpPr>
        <p:spPr>
          <a:xfrm>
            <a:off x="5656000" y="256733"/>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0" name="Google Shape;190;p30"/>
          <p:cNvSpPr/>
          <p:nvPr/>
        </p:nvSpPr>
        <p:spPr>
          <a:xfrm>
            <a:off x="5727433" y="5676051"/>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3435271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191"/>
        <p:cNvGrpSpPr/>
        <p:nvPr/>
      </p:nvGrpSpPr>
      <p:grpSpPr>
        <a:xfrm>
          <a:off x="0" y="0"/>
          <a:ext cx="0" cy="0"/>
          <a:chOff x="0" y="0"/>
          <a:chExt cx="0" cy="0"/>
        </a:xfrm>
      </p:grpSpPr>
      <p:sp>
        <p:nvSpPr>
          <p:cNvPr id="192" name="Google Shape;192;p31"/>
          <p:cNvSpPr txBox="1">
            <a:spLocks noGrp="1"/>
          </p:cNvSpPr>
          <p:nvPr>
            <p:ph type="ctrTitle"/>
          </p:nvPr>
        </p:nvSpPr>
        <p:spPr>
          <a:xfrm>
            <a:off x="2606067" y="719333"/>
            <a:ext cx="6986800" cy="1393600"/>
          </a:xfrm>
          <a:prstGeom prst="rect">
            <a:avLst/>
          </a:prstGeom>
          <a:solidFill>
            <a:schemeClr val="lt2"/>
          </a:solidFill>
        </p:spPr>
        <p:txBody>
          <a:bodyPr spcFirstLastPara="1" wrap="square" lIns="91425" tIns="91425" rIns="91425" bIns="91425" anchor="ctr" anchorCtr="0">
            <a:noAutofit/>
          </a:bodyPr>
          <a:lstStyle>
            <a:lvl1pPr lvl="0" algn="ctr" rtl="0">
              <a:spcBef>
                <a:spcPts val="0"/>
              </a:spcBef>
              <a:spcAft>
                <a:spcPts val="0"/>
              </a:spcAft>
              <a:buSzPts val="5200"/>
              <a:buNone/>
              <a:defRPr sz="9333"/>
            </a:lvl1pPr>
            <a:lvl2pPr lvl="1" algn="ctr" rtl="0">
              <a:spcBef>
                <a:spcPts val="0"/>
              </a:spcBef>
              <a:spcAft>
                <a:spcPts val="0"/>
              </a:spcAft>
              <a:buSzPts val="5200"/>
              <a:buNone/>
              <a:defRPr sz="6933"/>
            </a:lvl2pPr>
            <a:lvl3pPr lvl="2" algn="ctr" rtl="0">
              <a:spcBef>
                <a:spcPts val="0"/>
              </a:spcBef>
              <a:spcAft>
                <a:spcPts val="0"/>
              </a:spcAft>
              <a:buSzPts val="5200"/>
              <a:buNone/>
              <a:defRPr sz="6933"/>
            </a:lvl3pPr>
            <a:lvl4pPr lvl="3" algn="ctr" rtl="0">
              <a:spcBef>
                <a:spcPts val="0"/>
              </a:spcBef>
              <a:spcAft>
                <a:spcPts val="0"/>
              </a:spcAft>
              <a:buSzPts val="5200"/>
              <a:buNone/>
              <a:defRPr sz="6933"/>
            </a:lvl4pPr>
            <a:lvl5pPr lvl="4" algn="ctr" rtl="0">
              <a:spcBef>
                <a:spcPts val="0"/>
              </a:spcBef>
              <a:spcAft>
                <a:spcPts val="0"/>
              </a:spcAft>
              <a:buSzPts val="5200"/>
              <a:buNone/>
              <a:defRPr sz="6933"/>
            </a:lvl5pPr>
            <a:lvl6pPr lvl="5" algn="ctr" rtl="0">
              <a:spcBef>
                <a:spcPts val="0"/>
              </a:spcBef>
              <a:spcAft>
                <a:spcPts val="0"/>
              </a:spcAft>
              <a:buSzPts val="5200"/>
              <a:buNone/>
              <a:defRPr sz="6933"/>
            </a:lvl6pPr>
            <a:lvl7pPr lvl="6" algn="ctr" rtl="0">
              <a:spcBef>
                <a:spcPts val="0"/>
              </a:spcBef>
              <a:spcAft>
                <a:spcPts val="0"/>
              </a:spcAft>
              <a:buSzPts val="5200"/>
              <a:buNone/>
              <a:defRPr sz="6933"/>
            </a:lvl7pPr>
            <a:lvl8pPr lvl="7" algn="ctr" rtl="0">
              <a:spcBef>
                <a:spcPts val="0"/>
              </a:spcBef>
              <a:spcAft>
                <a:spcPts val="0"/>
              </a:spcAft>
              <a:buSzPts val="5200"/>
              <a:buNone/>
              <a:defRPr sz="6933"/>
            </a:lvl8pPr>
            <a:lvl9pPr lvl="8" algn="ctr" rtl="0">
              <a:spcBef>
                <a:spcPts val="0"/>
              </a:spcBef>
              <a:spcAft>
                <a:spcPts val="0"/>
              </a:spcAft>
              <a:buSzPts val="5200"/>
              <a:buNone/>
              <a:defRPr sz="6933"/>
            </a:lvl9pPr>
          </a:lstStyle>
          <a:p>
            <a:r>
              <a:rPr lang="en-US"/>
              <a:t>Click to edit Master title style</a:t>
            </a:r>
            <a:endParaRPr/>
          </a:p>
        </p:txBody>
      </p:sp>
      <p:sp>
        <p:nvSpPr>
          <p:cNvPr id="193" name="Google Shape;193;p31"/>
          <p:cNvSpPr txBox="1">
            <a:spLocks noGrp="1"/>
          </p:cNvSpPr>
          <p:nvPr>
            <p:ph type="subTitle" idx="1"/>
          </p:nvPr>
        </p:nvSpPr>
        <p:spPr>
          <a:xfrm>
            <a:off x="3236701" y="2223844"/>
            <a:ext cx="5725200" cy="127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r>
              <a:rPr lang="en-US"/>
              <a:t>Click to edit Master subtitle style</a:t>
            </a:r>
            <a:endParaRPr/>
          </a:p>
        </p:txBody>
      </p:sp>
      <p:sp>
        <p:nvSpPr>
          <p:cNvPr id="194" name="Google Shape;194;p31"/>
          <p:cNvSpPr txBox="1"/>
          <p:nvPr/>
        </p:nvSpPr>
        <p:spPr>
          <a:xfrm>
            <a:off x="3643133" y="4732400"/>
            <a:ext cx="4912400" cy="748400"/>
          </a:xfrm>
          <a:prstGeom prst="rect">
            <a:avLst/>
          </a:prstGeom>
          <a:noFill/>
          <a:ln>
            <a:noFill/>
          </a:ln>
        </p:spPr>
        <p:txBody>
          <a:bodyPr spcFirstLastPara="1" wrap="square" lIns="121900" tIns="121900" rIns="121900" bIns="121900" anchor="ctr" anchorCtr="0">
            <a:noAutofit/>
          </a:bodyPr>
          <a:lstStyle/>
          <a:p>
            <a:pPr marL="0" lvl="0" indent="0" algn="ctr" rtl="0">
              <a:lnSpc>
                <a:spcPct val="100000"/>
              </a:lnSpc>
              <a:spcBef>
                <a:spcPts val="400"/>
              </a:spcBef>
              <a:spcAft>
                <a:spcPts val="0"/>
              </a:spcAft>
              <a:buNone/>
            </a:pPr>
            <a:r>
              <a:rPr lang="en" sz="1600" b="1">
                <a:solidFill>
                  <a:schemeClr val="lt1"/>
                </a:solidFill>
                <a:latin typeface="Open Sans"/>
                <a:ea typeface="Open Sans"/>
                <a:cs typeface="Open Sans"/>
                <a:sym typeface="Open Sans"/>
              </a:rPr>
              <a:t>CREDITS: </a:t>
            </a:r>
            <a:r>
              <a:rPr lang="en" sz="1600">
                <a:solidFill>
                  <a:schemeClr val="lt1"/>
                </a:solidFill>
                <a:latin typeface="Open Sans"/>
                <a:ea typeface="Open Sans"/>
                <a:cs typeface="Open Sans"/>
                <a:sym typeface="Open Sans"/>
              </a:rPr>
              <a:t>This presentation template was created by </a:t>
            </a:r>
            <a:r>
              <a:rPr lang="en" sz="1600" b="1">
                <a:solidFill>
                  <a:schemeClr val="lt1"/>
                </a:solidFill>
                <a:uFill>
                  <a:noFill/>
                </a:uFill>
                <a:latin typeface="Open Sans"/>
                <a:ea typeface="Open Sans"/>
                <a:cs typeface="Open Sans"/>
                <a:sym typeface="Open Sans"/>
                <a:hlinkClick r:id="rId2">
                  <a:extLst>
                    <a:ext uri="{A12FA001-AC4F-418D-AE19-62706E023703}">
                      <ahyp:hlinkClr xmlns:ahyp="http://schemas.microsoft.com/office/drawing/2018/hyperlinkcolor" val="tx"/>
                    </a:ext>
                  </a:extLst>
                </a:hlinkClick>
              </a:rPr>
              <a:t>Slidesgo</a:t>
            </a:r>
            <a:r>
              <a:rPr lang="en" sz="1600">
                <a:solidFill>
                  <a:schemeClr val="lt1"/>
                </a:solidFill>
                <a:latin typeface="Open Sans"/>
                <a:ea typeface="Open Sans"/>
                <a:cs typeface="Open Sans"/>
                <a:sym typeface="Open Sans"/>
              </a:rPr>
              <a:t>, including icons by </a:t>
            </a:r>
            <a:r>
              <a:rPr lang="en" sz="1600" b="1">
                <a:solidFill>
                  <a:schemeClr val="lt1"/>
                </a:solidFill>
                <a:uFill>
                  <a:noFill/>
                </a:uFill>
                <a:latin typeface="Open Sans"/>
                <a:ea typeface="Open Sans"/>
                <a:cs typeface="Open Sans"/>
                <a:sym typeface="Open Sans"/>
                <a:hlinkClick r:id="rId3">
                  <a:extLst>
                    <a:ext uri="{A12FA001-AC4F-418D-AE19-62706E023703}">
                      <ahyp:hlinkClr xmlns:ahyp="http://schemas.microsoft.com/office/drawing/2018/hyperlinkcolor" val="tx"/>
                    </a:ext>
                  </a:extLst>
                </a:hlinkClick>
              </a:rPr>
              <a:t>Flaticon</a:t>
            </a:r>
            <a:r>
              <a:rPr lang="en" sz="1600">
                <a:solidFill>
                  <a:schemeClr val="lt1"/>
                </a:solidFill>
                <a:latin typeface="Open Sans"/>
                <a:ea typeface="Open Sans"/>
                <a:cs typeface="Open Sans"/>
                <a:sym typeface="Open Sans"/>
              </a:rPr>
              <a:t> and infographics &amp; images by </a:t>
            </a:r>
            <a:r>
              <a:rPr lang="en" sz="1600" b="1">
                <a:solidFill>
                  <a:schemeClr val="lt1"/>
                </a:solidFill>
                <a:uFill>
                  <a:noFill/>
                </a:uFill>
                <a:latin typeface="Open Sans"/>
                <a:ea typeface="Open Sans"/>
                <a:cs typeface="Open Sans"/>
                <a:sym typeface="Open Sans"/>
                <a:hlinkClick r:id="rId4">
                  <a:extLst>
                    <a:ext uri="{A12FA001-AC4F-418D-AE19-62706E023703}">
                      <ahyp:hlinkClr xmlns:ahyp="http://schemas.microsoft.com/office/drawing/2018/hyperlinkcolor" val="tx"/>
                    </a:ext>
                  </a:extLst>
                </a:hlinkClick>
              </a:rPr>
              <a:t>Freepik</a:t>
            </a:r>
            <a:endParaRPr sz="1600" b="1">
              <a:solidFill>
                <a:schemeClr val="lt1"/>
              </a:solidFill>
              <a:highlight>
                <a:srgbClr val="DFDEFC"/>
              </a:highlight>
              <a:latin typeface="Open Sans"/>
              <a:ea typeface="Open Sans"/>
              <a:cs typeface="Open Sans"/>
              <a:sym typeface="Open Sans"/>
            </a:endParaRPr>
          </a:p>
        </p:txBody>
      </p:sp>
      <p:sp>
        <p:nvSpPr>
          <p:cNvPr id="195" name="Google Shape;195;p31"/>
          <p:cNvSpPr/>
          <p:nvPr/>
        </p:nvSpPr>
        <p:spPr>
          <a:xfrm>
            <a:off x="510967" y="5631052"/>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6" name="Google Shape;196;p31"/>
          <p:cNvSpPr/>
          <p:nvPr/>
        </p:nvSpPr>
        <p:spPr>
          <a:xfrm>
            <a:off x="10801033"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68103393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Background">
  <p:cSld name="Background">
    <p:spTree>
      <p:nvGrpSpPr>
        <p:cNvPr id="1" name="Shape 197"/>
        <p:cNvGrpSpPr/>
        <p:nvPr/>
      </p:nvGrpSpPr>
      <p:grpSpPr>
        <a:xfrm>
          <a:off x="0" y="0"/>
          <a:ext cx="0" cy="0"/>
          <a:chOff x="0" y="0"/>
          <a:chExt cx="0" cy="0"/>
        </a:xfrm>
      </p:grpSpPr>
      <p:sp>
        <p:nvSpPr>
          <p:cNvPr id="198" name="Google Shape;198;p32"/>
          <p:cNvSpPr/>
          <p:nvPr/>
        </p:nvSpPr>
        <p:spPr>
          <a:xfrm>
            <a:off x="510967"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199" name="Google Shape;199;p32"/>
          <p:cNvSpPr/>
          <p:nvPr/>
        </p:nvSpPr>
        <p:spPr>
          <a:xfrm>
            <a:off x="10801033" y="5676052"/>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118436821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ackground 1">
  <p:cSld name="Background 1">
    <p:spTree>
      <p:nvGrpSpPr>
        <p:cNvPr id="1" name="Shape 200"/>
        <p:cNvGrpSpPr/>
        <p:nvPr/>
      </p:nvGrpSpPr>
      <p:grpSpPr>
        <a:xfrm>
          <a:off x="0" y="0"/>
          <a:ext cx="0" cy="0"/>
          <a:chOff x="0" y="0"/>
          <a:chExt cx="0" cy="0"/>
        </a:xfrm>
      </p:grpSpPr>
      <p:sp>
        <p:nvSpPr>
          <p:cNvPr id="201" name="Google Shape;201;p33"/>
          <p:cNvSpPr/>
          <p:nvPr/>
        </p:nvSpPr>
        <p:spPr>
          <a:xfrm>
            <a:off x="510967" y="5631052"/>
            <a:ext cx="880000" cy="925200"/>
          </a:xfrm>
          <a:prstGeom prst="star10">
            <a:avLst>
              <a:gd name="adj" fmla="val 6738"/>
              <a:gd name="hf" fmla="val 105146"/>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202" name="Google Shape;202;p33"/>
          <p:cNvSpPr/>
          <p:nvPr/>
        </p:nvSpPr>
        <p:spPr>
          <a:xfrm>
            <a:off x="10801033" y="256733"/>
            <a:ext cx="880000" cy="925200"/>
          </a:xfrm>
          <a:prstGeom prst="star10">
            <a:avLst>
              <a:gd name="adj" fmla="val 6738"/>
              <a:gd name="hf" fmla="val 105146"/>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Tree>
    <p:extLst>
      <p:ext uri="{BB962C8B-B14F-4D97-AF65-F5344CB8AC3E}">
        <p14:creationId xmlns:p14="http://schemas.microsoft.com/office/powerpoint/2010/main" val="2284630303"/>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74B686A-05F4-42C1-B42F-BC12B8611FAC}" type="datetimeFigureOut">
              <a:rPr lang="de-DE" smtClean="0"/>
              <a:t>16.03.2026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111AA65-535D-4BD9-8362-BE894C95934D}" type="slidenum">
              <a:rPr lang="de-DE" smtClean="0"/>
              <a:t>‹#›</a:t>
            </a:fld>
            <a:endParaRPr lang="de-DE"/>
          </a:p>
        </p:txBody>
      </p:sp>
    </p:spTree>
    <p:extLst>
      <p:ext uri="{BB962C8B-B14F-4D97-AF65-F5344CB8AC3E}">
        <p14:creationId xmlns:p14="http://schemas.microsoft.com/office/powerpoint/2010/main" val="24530690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206"/>
        <p:cNvGrpSpPr/>
        <p:nvPr/>
      </p:nvGrpSpPr>
      <p:grpSpPr>
        <a:xfrm>
          <a:off x="0" y="0"/>
          <a:ext cx="0" cy="0"/>
          <a:chOff x="0" y="0"/>
          <a:chExt cx="0" cy="0"/>
        </a:xfrm>
      </p:grpSpPr>
    </p:spTree>
    <p:extLst>
      <p:ext uri="{BB962C8B-B14F-4D97-AF65-F5344CB8AC3E}">
        <p14:creationId xmlns:p14="http://schemas.microsoft.com/office/powerpoint/2010/main" val="115174574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Title only" preserve="1">
  <p:cSld name="Title only">
    <p:spTree>
      <p:nvGrpSpPr>
        <p:cNvPr id="1" name="Shape 207"/>
        <p:cNvGrpSpPr/>
        <p:nvPr/>
      </p:nvGrpSpPr>
      <p:grpSpPr>
        <a:xfrm>
          <a:off x="0" y="0"/>
          <a:ext cx="0" cy="0"/>
          <a:chOff x="0" y="0"/>
          <a:chExt cx="0" cy="0"/>
        </a:xfrm>
      </p:grpSpPr>
      <p:sp>
        <p:nvSpPr>
          <p:cNvPr id="208" name="Google Shape;208;p36"/>
          <p:cNvSpPr txBox="1">
            <a:spLocks noGrp="1"/>
          </p:cNvSpPr>
          <p:nvPr>
            <p:ph type="title"/>
          </p:nvPr>
        </p:nvSpPr>
        <p:spPr>
          <a:xfrm>
            <a:off x="1397800" y="431800"/>
            <a:ext cx="9396400" cy="643200"/>
          </a:xfrm>
          <a:prstGeom prst="rect">
            <a:avLst/>
          </a:prstGeom>
        </p:spPr>
        <p:txBody>
          <a:bodyPr spcFirstLastPara="1" wrap="square" lIns="91425" tIns="91425" rIns="91425" bIns="91425" anchor="t" anchorCtr="0">
            <a:noAutofit/>
          </a:bodyPr>
          <a:lstStyle>
            <a:lvl1pPr lvl="0" rtl="0">
              <a:spcBef>
                <a:spcPts val="0"/>
              </a:spcBef>
              <a:spcAft>
                <a:spcPts val="0"/>
              </a:spcAft>
              <a:buSzPts val="2400"/>
              <a:buFont typeface="Arial"/>
              <a:buNone/>
              <a:defRPr>
                <a:latin typeface="Arial"/>
                <a:ea typeface="Arial"/>
                <a:cs typeface="Arial"/>
                <a:sym typeface="Arial"/>
              </a:defRPr>
            </a:lvl1pPr>
            <a:lvl2pPr lvl="1" rtl="0">
              <a:spcBef>
                <a:spcPts val="0"/>
              </a:spcBef>
              <a:spcAft>
                <a:spcPts val="0"/>
              </a:spcAft>
              <a:buSzPts val="2400"/>
              <a:buFont typeface="Arial"/>
              <a:buNone/>
              <a:defRPr>
                <a:latin typeface="Arial"/>
                <a:ea typeface="Arial"/>
                <a:cs typeface="Arial"/>
                <a:sym typeface="Arial"/>
              </a:defRPr>
            </a:lvl2pPr>
            <a:lvl3pPr lvl="2" rtl="0">
              <a:spcBef>
                <a:spcPts val="0"/>
              </a:spcBef>
              <a:spcAft>
                <a:spcPts val="0"/>
              </a:spcAft>
              <a:buSzPts val="2400"/>
              <a:buFont typeface="Arial"/>
              <a:buNone/>
              <a:defRPr>
                <a:latin typeface="Arial"/>
                <a:ea typeface="Arial"/>
                <a:cs typeface="Arial"/>
                <a:sym typeface="Arial"/>
              </a:defRPr>
            </a:lvl3pPr>
            <a:lvl4pPr lvl="3" rtl="0">
              <a:spcBef>
                <a:spcPts val="0"/>
              </a:spcBef>
              <a:spcAft>
                <a:spcPts val="0"/>
              </a:spcAft>
              <a:buSzPts val="2400"/>
              <a:buFont typeface="Arial"/>
              <a:buNone/>
              <a:defRPr>
                <a:latin typeface="Arial"/>
                <a:ea typeface="Arial"/>
                <a:cs typeface="Arial"/>
                <a:sym typeface="Arial"/>
              </a:defRPr>
            </a:lvl4pPr>
            <a:lvl5pPr lvl="4" rtl="0">
              <a:spcBef>
                <a:spcPts val="0"/>
              </a:spcBef>
              <a:spcAft>
                <a:spcPts val="0"/>
              </a:spcAft>
              <a:buSzPts val="2400"/>
              <a:buFont typeface="Arial"/>
              <a:buNone/>
              <a:defRPr>
                <a:latin typeface="Arial"/>
                <a:ea typeface="Arial"/>
                <a:cs typeface="Arial"/>
                <a:sym typeface="Arial"/>
              </a:defRPr>
            </a:lvl5pPr>
            <a:lvl6pPr lvl="5" rtl="0">
              <a:spcBef>
                <a:spcPts val="0"/>
              </a:spcBef>
              <a:spcAft>
                <a:spcPts val="0"/>
              </a:spcAft>
              <a:buSzPts val="2400"/>
              <a:buFont typeface="Arial"/>
              <a:buNone/>
              <a:defRPr>
                <a:latin typeface="Arial"/>
                <a:ea typeface="Arial"/>
                <a:cs typeface="Arial"/>
                <a:sym typeface="Arial"/>
              </a:defRPr>
            </a:lvl6pPr>
            <a:lvl7pPr lvl="6" rtl="0">
              <a:spcBef>
                <a:spcPts val="0"/>
              </a:spcBef>
              <a:spcAft>
                <a:spcPts val="0"/>
              </a:spcAft>
              <a:buSzPts val="2400"/>
              <a:buFont typeface="Arial"/>
              <a:buNone/>
              <a:defRPr>
                <a:latin typeface="Arial"/>
                <a:ea typeface="Arial"/>
                <a:cs typeface="Arial"/>
                <a:sym typeface="Arial"/>
              </a:defRPr>
            </a:lvl7pPr>
            <a:lvl8pPr lvl="7" rtl="0">
              <a:spcBef>
                <a:spcPts val="0"/>
              </a:spcBef>
              <a:spcAft>
                <a:spcPts val="0"/>
              </a:spcAft>
              <a:buSzPts val="2400"/>
              <a:buFont typeface="Arial"/>
              <a:buNone/>
              <a:defRPr>
                <a:latin typeface="Arial"/>
                <a:ea typeface="Arial"/>
                <a:cs typeface="Arial"/>
                <a:sym typeface="Arial"/>
              </a:defRPr>
            </a:lvl8pPr>
            <a:lvl9pPr lvl="8" rtl="0">
              <a:spcBef>
                <a:spcPts val="0"/>
              </a:spcBef>
              <a:spcAft>
                <a:spcPts val="0"/>
              </a:spcAft>
              <a:buSzPts val="2400"/>
              <a:buFont typeface="Arial"/>
              <a:buNone/>
              <a:defRPr>
                <a:latin typeface="Arial"/>
                <a:ea typeface="Arial"/>
                <a:cs typeface="Arial"/>
                <a:sym typeface="Arial"/>
              </a:defRPr>
            </a:lvl9pPr>
          </a:lstStyle>
          <a:p>
            <a:r>
              <a:rPr lang="en-US"/>
              <a:t>Click to edit Master title style</a:t>
            </a:r>
            <a:endParaRPr/>
          </a:p>
        </p:txBody>
      </p:sp>
    </p:spTree>
    <p:extLst>
      <p:ext uri="{BB962C8B-B14F-4D97-AF65-F5344CB8AC3E}">
        <p14:creationId xmlns:p14="http://schemas.microsoft.com/office/powerpoint/2010/main" val="370348515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itle" preserve="1">
  <p:cSld name="Titelfolie">
    <p:spTree>
      <p:nvGrpSpPr>
        <p:cNvPr id="1" name=""/>
        <p:cNvGrpSpPr/>
        <p:nvPr/>
      </p:nvGrpSpPr>
      <p:grpSpPr>
        <a:xfrm>
          <a:off x="0" y="0"/>
          <a:ext cx="0" cy="0"/>
          <a:chOff x="0" y="0"/>
          <a:chExt cx="0" cy="0"/>
        </a:xfrm>
      </p:grpSpPr>
      <p:pic>
        <p:nvPicPr>
          <p:cNvPr id="66" name="Bild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uppe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hteck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p>
          </p:txBody>
        </p:sp>
        <p:sp>
          <p:nvSpPr>
            <p:cNvPr id="13" name="Freihand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4" name="Freihand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5" name="Rechteck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p>
          </p:txBody>
        </p:sp>
        <p:sp>
          <p:nvSpPr>
            <p:cNvPr id="16" name="Freihand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7" name="Freihand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8" name="Freihand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9" name="Freihand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0" name="Freihand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1" name="Freihand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2" name="Freihand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3" name="Freihand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4" name="Freihand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5" name="Freihand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6" name="Freihand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7" name="Freihand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8" name="Freihand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9" name="Freihand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0" name="Freihand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1" name="Freihand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2" name="Freihand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3" name="Freihand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4" name="Freihand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5" name="Freihand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6" name="Freihand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7" name="Freihand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8" name="Freihand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9" name="Freihand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0" name="Rechteck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p>
          </p:txBody>
        </p:sp>
        <p:sp>
          <p:nvSpPr>
            <p:cNvPr id="41" name="Freihand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2" name="Freihand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3" name="Freihand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4" name="Freihand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5" name="Freihand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6" name="Freihand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7" name="Freihand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8" name="Freihand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9" name="Freihand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0" name="Freihand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1" name="Freihand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2" name="Rechteck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p>
          </p:txBody>
        </p:sp>
        <p:sp>
          <p:nvSpPr>
            <p:cNvPr id="53" name="Freihand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4" name="Freihand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5" name="Freihand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6" name="Freihand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7" name="Freihand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8" name="Freihand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59" name="Freihand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60" name="Freihand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61" name="Freihand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62" name="Freihand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63" name="Freihand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64" name="Freihand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65" name="Freihand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grpSp>
      <p:sp>
        <p:nvSpPr>
          <p:cNvPr id="2" name="Titel 1"/>
          <p:cNvSpPr>
            <a:spLocks noGrp="1"/>
          </p:cNvSpPr>
          <p:nvPr>
            <p:ph type="ctrTitle" hasCustomPrompt="1"/>
          </p:nvPr>
        </p:nvSpPr>
        <p:spPr>
          <a:xfrm>
            <a:off x="1876424" y="1122363"/>
            <a:ext cx="8791575" cy="2387600"/>
          </a:xfrm>
        </p:spPr>
        <p:txBody>
          <a:bodyPr rtlCol="0" anchor="b">
            <a:normAutofit/>
          </a:bodyPr>
          <a:lstStyle>
            <a:lvl1pPr algn="l">
              <a:defRPr sz="4800"/>
            </a:lvl1pPr>
          </a:lstStyle>
          <a:p>
            <a:pPr rtl="0"/>
            <a:r>
              <a:rPr lang="de-DE" noProof="0"/>
              <a:t>Titelmasterformat durch Klicken bearbeiten</a:t>
            </a:r>
          </a:p>
        </p:txBody>
      </p:sp>
      <p:sp>
        <p:nvSpPr>
          <p:cNvPr id="3" name="Untertitel 2"/>
          <p:cNvSpPr>
            <a:spLocks noGrp="1"/>
          </p:cNvSpPr>
          <p:nvPr>
            <p:ph type="subTitle" idx="1" hasCustomPrompt="1"/>
          </p:nvPr>
        </p:nvSpPr>
        <p:spPr>
          <a:xfrm>
            <a:off x="1876424" y="3602038"/>
            <a:ext cx="8791575" cy="1655762"/>
          </a:xfrm>
        </p:spPr>
        <p:txBody>
          <a:bodyPr rtlCol="0">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de-DE" noProof="0"/>
              <a:t>Formatvorlage des Untertitelmasters durch Klicken bearbeiten</a:t>
            </a:r>
          </a:p>
        </p:txBody>
      </p:sp>
      <p:sp>
        <p:nvSpPr>
          <p:cNvPr id="4" name="Datumsplatzhalter 3"/>
          <p:cNvSpPr>
            <a:spLocks noGrp="1"/>
          </p:cNvSpPr>
          <p:nvPr>
            <p:ph type="dt" sz="half" idx="10"/>
          </p:nvPr>
        </p:nvSpPr>
        <p:spPr>
          <a:xfrm>
            <a:off x="7077511" y="5410201"/>
            <a:ext cx="2743200" cy="365125"/>
          </a:xfrm>
        </p:spPr>
        <p:txBody>
          <a:bodyPr rtlCol="0"/>
          <a:lstStyle/>
          <a:p>
            <a:pPr rtl="0"/>
            <a:fld id="{5F7EF189-DD92-4021-9F0B-61FCC0321CAD}" type="datetime1">
              <a:rPr lang="de-DE" noProof="0" smtClean="0"/>
              <a:t>16.03.2026</a:t>
            </a:fld>
            <a:endParaRPr lang="de-DE" noProof="0"/>
          </a:p>
        </p:txBody>
      </p:sp>
      <p:sp>
        <p:nvSpPr>
          <p:cNvPr id="5" name="Fußzeilenplatzhalter 4"/>
          <p:cNvSpPr>
            <a:spLocks noGrp="1"/>
          </p:cNvSpPr>
          <p:nvPr>
            <p:ph type="ftr" sz="quarter" idx="11"/>
          </p:nvPr>
        </p:nvSpPr>
        <p:spPr>
          <a:xfrm>
            <a:off x="1876424" y="5410201"/>
            <a:ext cx="5124886" cy="365125"/>
          </a:xfrm>
        </p:spPr>
        <p:txBody>
          <a:bodyPr rtlCol="0"/>
          <a:lstStyle/>
          <a:p>
            <a:pPr rtl="0"/>
            <a:endParaRPr lang="de-DE" noProof="0"/>
          </a:p>
        </p:txBody>
      </p:sp>
      <p:sp>
        <p:nvSpPr>
          <p:cNvPr id="6" name="Foliennummernplatzhalter 5"/>
          <p:cNvSpPr>
            <a:spLocks noGrp="1"/>
          </p:cNvSpPr>
          <p:nvPr>
            <p:ph type="sldNum" sz="quarter" idx="12"/>
          </p:nvPr>
        </p:nvSpPr>
        <p:spPr>
          <a:xfrm>
            <a:off x="9896911" y="5410199"/>
            <a:ext cx="771089" cy="365125"/>
          </a:xfrm>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79154841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tlCol="0"/>
          <a:lstStyle/>
          <a:p>
            <a:pPr rtl="0"/>
            <a:r>
              <a:rPr lang="de-DE" noProof="0"/>
              <a:t>Titelmasterformat durch Klicken bearbeiten</a:t>
            </a:r>
          </a:p>
        </p:txBody>
      </p:sp>
      <p:sp>
        <p:nvSpPr>
          <p:cNvPr id="3" name="Inhaltsplatzhalter 2"/>
          <p:cNvSpPr>
            <a:spLocks noGrp="1"/>
          </p:cNvSpPr>
          <p:nvPr>
            <p:ph idx="1" hasCustomPrompt="1"/>
          </p:nvPr>
        </p:nvSpPr>
        <p:spPr/>
        <p:txBody>
          <a:bodyPr rtlCol="0"/>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p:cNvSpPr>
            <a:spLocks noGrp="1"/>
          </p:cNvSpPr>
          <p:nvPr>
            <p:ph type="dt" sz="half" idx="10"/>
          </p:nvPr>
        </p:nvSpPr>
        <p:spPr/>
        <p:txBody>
          <a:bodyPr rtlCol="0"/>
          <a:lstStyle/>
          <a:p>
            <a:pPr rtl="0"/>
            <a:fld id="{71FE84AA-F4F9-4489-AF64-14AFD359191A}" type="datetime1">
              <a:rPr lang="de-DE" noProof="0" smtClean="0"/>
              <a:t>16.03.2026</a:t>
            </a:fld>
            <a:endParaRPr lang="de-DE" noProof="0"/>
          </a:p>
        </p:txBody>
      </p:sp>
      <p:sp>
        <p:nvSpPr>
          <p:cNvPr id="5" name="Fußzeilenplatzhalter 4"/>
          <p:cNvSpPr>
            <a:spLocks noGrp="1"/>
          </p:cNvSpPr>
          <p:nvPr>
            <p:ph type="ftr" sz="quarter" idx="11"/>
          </p:nvPr>
        </p:nvSpPr>
        <p:spPr/>
        <p:txBody>
          <a:bodyPr rtlCol="0"/>
          <a:lstStyle/>
          <a:p>
            <a:pPr rtl="0"/>
            <a:endParaRPr lang="de-DE" noProof="0"/>
          </a:p>
        </p:txBody>
      </p:sp>
      <p:sp>
        <p:nvSpPr>
          <p:cNvPr id="6" name="Foliennummernplatzhalter 5"/>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3133263451"/>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141411" y="1419226"/>
            <a:ext cx="9906000" cy="2852737"/>
          </a:xfrm>
        </p:spPr>
        <p:txBody>
          <a:bodyPr rtlCol="0" anchor="b">
            <a:normAutofit/>
          </a:bodyPr>
          <a:lstStyle>
            <a:lvl1pPr>
              <a:defRPr sz="3600"/>
            </a:lvl1pPr>
          </a:lstStyle>
          <a:p>
            <a:pPr rtl="0"/>
            <a:r>
              <a:rPr lang="de-DE" noProof="0"/>
              <a:t>Titelmasterformat durch Klicken bearbeiten</a:t>
            </a:r>
          </a:p>
        </p:txBody>
      </p:sp>
      <p:sp>
        <p:nvSpPr>
          <p:cNvPr id="3" name="Textplatzhalter 2"/>
          <p:cNvSpPr>
            <a:spLocks noGrp="1"/>
          </p:cNvSpPr>
          <p:nvPr>
            <p:ph type="body" idx="1" hasCustomPrompt="1"/>
          </p:nvPr>
        </p:nvSpPr>
        <p:spPr>
          <a:xfrm>
            <a:off x="1141411" y="4424362"/>
            <a:ext cx="9906000" cy="1374776"/>
          </a:xfrm>
        </p:spPr>
        <p:txBody>
          <a:bodyPr rtlCol="0">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de-DE" noProof="0"/>
              <a:t>Textmasterformate bearbeiten</a:t>
            </a:r>
          </a:p>
        </p:txBody>
      </p:sp>
      <p:sp>
        <p:nvSpPr>
          <p:cNvPr id="4" name="Datumsplatzhalter 3"/>
          <p:cNvSpPr>
            <a:spLocks noGrp="1"/>
          </p:cNvSpPr>
          <p:nvPr>
            <p:ph type="dt" sz="half" idx="10"/>
          </p:nvPr>
        </p:nvSpPr>
        <p:spPr/>
        <p:txBody>
          <a:bodyPr rtlCol="0"/>
          <a:lstStyle/>
          <a:p>
            <a:pPr rtl="0"/>
            <a:fld id="{A5926CFA-ADBD-4826-8BA4-E1EF2317AD9A}" type="datetime1">
              <a:rPr lang="de-DE" noProof="0" smtClean="0"/>
              <a:t>16.03.2026</a:t>
            </a:fld>
            <a:endParaRPr lang="de-DE" noProof="0"/>
          </a:p>
        </p:txBody>
      </p:sp>
      <p:sp>
        <p:nvSpPr>
          <p:cNvPr id="5" name="Fußzeilenplatzhalter 4"/>
          <p:cNvSpPr>
            <a:spLocks noGrp="1"/>
          </p:cNvSpPr>
          <p:nvPr>
            <p:ph type="ftr" sz="quarter" idx="11"/>
          </p:nvPr>
        </p:nvSpPr>
        <p:spPr/>
        <p:txBody>
          <a:bodyPr rtlCol="0"/>
          <a:lstStyle/>
          <a:p>
            <a:pPr rtl="0"/>
            <a:endParaRPr lang="de-DE" noProof="0"/>
          </a:p>
        </p:txBody>
      </p:sp>
      <p:sp>
        <p:nvSpPr>
          <p:cNvPr id="6" name="Foliennummernplatzhalter 5"/>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3776961151"/>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tlCol="0"/>
          <a:lstStyle/>
          <a:p>
            <a:pPr rtl="0"/>
            <a:r>
              <a:rPr lang="de-DE" noProof="0"/>
              <a:t>Titelmasterformat durch Klicken bearbeiten</a:t>
            </a:r>
          </a:p>
        </p:txBody>
      </p:sp>
      <p:sp>
        <p:nvSpPr>
          <p:cNvPr id="3" name="Inhaltsplatzhalter 2"/>
          <p:cNvSpPr>
            <a:spLocks noGrp="1"/>
          </p:cNvSpPr>
          <p:nvPr>
            <p:ph sz="half" idx="1" hasCustomPrompt="1"/>
          </p:nvPr>
        </p:nvSpPr>
        <p:spPr>
          <a:xfrm>
            <a:off x="1141410" y="2249486"/>
            <a:ext cx="4878389" cy="3541714"/>
          </a:xfrm>
        </p:spPr>
        <p:txBody>
          <a:bodyPr rtlCol="0"/>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Inhaltsplatzhalter 3"/>
          <p:cNvSpPr>
            <a:spLocks noGrp="1"/>
          </p:cNvSpPr>
          <p:nvPr>
            <p:ph sz="half" idx="2" hasCustomPrompt="1"/>
          </p:nvPr>
        </p:nvSpPr>
        <p:spPr>
          <a:xfrm>
            <a:off x="6172200" y="2249486"/>
            <a:ext cx="4875211" cy="3541714"/>
          </a:xfrm>
        </p:spPr>
        <p:txBody>
          <a:bodyPr rtlCol="0"/>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Datumsplatzhalter 4"/>
          <p:cNvSpPr>
            <a:spLocks noGrp="1"/>
          </p:cNvSpPr>
          <p:nvPr>
            <p:ph type="dt" sz="half" idx="10"/>
          </p:nvPr>
        </p:nvSpPr>
        <p:spPr/>
        <p:txBody>
          <a:bodyPr rtlCol="0"/>
          <a:lstStyle/>
          <a:p>
            <a:pPr rtl="0"/>
            <a:fld id="{BDCC0CC9-81B1-4B9A-A84F-2C683FF51EC8}" type="datetime1">
              <a:rPr lang="de-DE" noProof="0" smtClean="0"/>
              <a:t>16.03.2026</a:t>
            </a:fld>
            <a:endParaRPr lang="de-DE" noProof="0"/>
          </a:p>
        </p:txBody>
      </p:sp>
      <p:sp>
        <p:nvSpPr>
          <p:cNvPr id="6" name="Fußzeilenplatzhalter 5"/>
          <p:cNvSpPr>
            <a:spLocks noGrp="1"/>
          </p:cNvSpPr>
          <p:nvPr>
            <p:ph type="ftr" sz="quarter" idx="11"/>
          </p:nvPr>
        </p:nvSpPr>
        <p:spPr/>
        <p:txBody>
          <a:bodyPr rtlCol="0"/>
          <a:lstStyle/>
          <a:p>
            <a:pPr rtl="0"/>
            <a:endParaRPr lang="de-DE" noProof="0"/>
          </a:p>
        </p:txBody>
      </p:sp>
      <p:sp>
        <p:nvSpPr>
          <p:cNvPr id="7" name="Foliennummernplatzhalter 6"/>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303786263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141411" y="619126"/>
            <a:ext cx="9906000" cy="1477961"/>
          </a:xfrm>
        </p:spPr>
        <p:txBody>
          <a:bodyPr rtlCol="0"/>
          <a:lstStyle/>
          <a:p>
            <a:pPr rtl="0"/>
            <a:r>
              <a:rPr lang="de-DE" noProof="0"/>
              <a:t>Titelmasterformat durch Klicken bearbeiten</a:t>
            </a:r>
          </a:p>
        </p:txBody>
      </p:sp>
      <p:sp>
        <p:nvSpPr>
          <p:cNvPr id="3" name="Textplatzhalter 2"/>
          <p:cNvSpPr>
            <a:spLocks noGrp="1"/>
          </p:cNvSpPr>
          <p:nvPr>
            <p:ph type="body" idx="1" hasCustomPrompt="1"/>
          </p:nvPr>
        </p:nvSpPr>
        <p:spPr>
          <a:xfrm>
            <a:off x="1141411" y="2249486"/>
            <a:ext cx="4878392" cy="823912"/>
          </a:xfrm>
        </p:spPr>
        <p:txBody>
          <a:bodyPr rtlCol="0"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4" name="Inhaltsplatzhalter 3"/>
          <p:cNvSpPr>
            <a:spLocks noGrp="1"/>
          </p:cNvSpPr>
          <p:nvPr>
            <p:ph sz="half" idx="2" hasCustomPrompt="1"/>
          </p:nvPr>
        </p:nvSpPr>
        <p:spPr>
          <a:xfrm>
            <a:off x="1141410" y="3073397"/>
            <a:ext cx="4878391" cy="2717801"/>
          </a:xfrm>
        </p:spPr>
        <p:txBody>
          <a:bodyPr rtlCol="0"/>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5" name="Textplatzhalter 4"/>
          <p:cNvSpPr>
            <a:spLocks noGrp="1"/>
          </p:cNvSpPr>
          <p:nvPr>
            <p:ph type="body" sz="quarter" idx="3" hasCustomPrompt="1"/>
          </p:nvPr>
        </p:nvSpPr>
        <p:spPr>
          <a:xfrm>
            <a:off x="6172200" y="2249485"/>
            <a:ext cx="4875210" cy="823912"/>
          </a:xfrm>
        </p:spPr>
        <p:txBody>
          <a:bodyPr rtlCol="0"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6" name="Inhaltsplatzhalter 5"/>
          <p:cNvSpPr>
            <a:spLocks noGrp="1"/>
          </p:cNvSpPr>
          <p:nvPr>
            <p:ph sz="quarter" idx="4" hasCustomPrompt="1"/>
          </p:nvPr>
        </p:nvSpPr>
        <p:spPr>
          <a:xfrm>
            <a:off x="6172200" y="3073397"/>
            <a:ext cx="4875210" cy="2717801"/>
          </a:xfrm>
        </p:spPr>
        <p:txBody>
          <a:bodyPr rtlCol="0"/>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7" name="Datumsplatzhalter 6"/>
          <p:cNvSpPr>
            <a:spLocks noGrp="1"/>
          </p:cNvSpPr>
          <p:nvPr>
            <p:ph type="dt" sz="half" idx="10"/>
          </p:nvPr>
        </p:nvSpPr>
        <p:spPr/>
        <p:txBody>
          <a:bodyPr rtlCol="0"/>
          <a:lstStyle/>
          <a:p>
            <a:pPr rtl="0"/>
            <a:fld id="{D28FDA09-4EE3-4D1D-BD4C-01F112BA0158}" type="datetime1">
              <a:rPr lang="de-DE" noProof="0" smtClean="0"/>
              <a:t>16.03.2026</a:t>
            </a:fld>
            <a:endParaRPr lang="de-DE" noProof="0"/>
          </a:p>
        </p:txBody>
      </p:sp>
      <p:sp>
        <p:nvSpPr>
          <p:cNvPr id="8" name="Fußzeilenplatzhalter 7"/>
          <p:cNvSpPr>
            <a:spLocks noGrp="1"/>
          </p:cNvSpPr>
          <p:nvPr>
            <p:ph type="ftr" sz="quarter" idx="11"/>
          </p:nvPr>
        </p:nvSpPr>
        <p:spPr/>
        <p:txBody>
          <a:bodyPr rtlCol="0"/>
          <a:lstStyle/>
          <a:p>
            <a:pPr rtl="0"/>
            <a:endParaRPr lang="de-DE" noProof="0"/>
          </a:p>
        </p:txBody>
      </p:sp>
      <p:sp>
        <p:nvSpPr>
          <p:cNvPr id="9" name="Foliennummernplatzhalter 8"/>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165544345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tlCol="0"/>
          <a:lstStyle/>
          <a:p>
            <a:pPr rtl="0"/>
            <a:r>
              <a:rPr lang="de-DE" noProof="0"/>
              <a:t>Titelmasterformat durch Klicken bearbeiten</a:t>
            </a:r>
          </a:p>
        </p:txBody>
      </p:sp>
      <p:sp>
        <p:nvSpPr>
          <p:cNvPr id="3" name="Datumsplatzhalter 2"/>
          <p:cNvSpPr>
            <a:spLocks noGrp="1"/>
          </p:cNvSpPr>
          <p:nvPr>
            <p:ph type="dt" sz="half" idx="10"/>
          </p:nvPr>
        </p:nvSpPr>
        <p:spPr/>
        <p:txBody>
          <a:bodyPr rtlCol="0"/>
          <a:lstStyle/>
          <a:p>
            <a:pPr rtl="0"/>
            <a:fld id="{BCD71751-C764-4B93-BAA0-F6AAAE3D7A5A}" type="datetime1">
              <a:rPr lang="de-DE" noProof="0" smtClean="0"/>
              <a:t>16.03.2026</a:t>
            </a:fld>
            <a:endParaRPr lang="de-DE" noProof="0"/>
          </a:p>
        </p:txBody>
      </p:sp>
      <p:sp>
        <p:nvSpPr>
          <p:cNvPr id="4" name="Fußzeilenplatzhalter 3"/>
          <p:cNvSpPr>
            <a:spLocks noGrp="1"/>
          </p:cNvSpPr>
          <p:nvPr>
            <p:ph type="ftr" sz="quarter" idx="11"/>
          </p:nvPr>
        </p:nvSpPr>
        <p:spPr/>
        <p:txBody>
          <a:bodyPr rtlCol="0"/>
          <a:lstStyle/>
          <a:p>
            <a:pPr rtl="0"/>
            <a:endParaRPr lang="de-DE" noProof="0"/>
          </a:p>
        </p:txBody>
      </p:sp>
      <p:sp>
        <p:nvSpPr>
          <p:cNvPr id="5" name="Foliennummernplatzhalter 4"/>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320860735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rtlCol="0"/>
          <a:lstStyle/>
          <a:p>
            <a:pPr rtl="0"/>
            <a:fld id="{34700363-4109-4728-BE3A-1DC99CC28797}" type="datetime1">
              <a:rPr lang="de-DE" noProof="0" smtClean="0"/>
              <a:t>16.03.2026</a:t>
            </a:fld>
            <a:endParaRPr lang="de-DE" noProof="0"/>
          </a:p>
        </p:txBody>
      </p:sp>
      <p:sp>
        <p:nvSpPr>
          <p:cNvPr id="3" name="Fußzeilenplatzhalter 2"/>
          <p:cNvSpPr>
            <a:spLocks noGrp="1"/>
          </p:cNvSpPr>
          <p:nvPr>
            <p:ph type="ftr" sz="quarter" idx="11"/>
          </p:nvPr>
        </p:nvSpPr>
        <p:spPr/>
        <p:txBody>
          <a:bodyPr rtlCol="0"/>
          <a:lstStyle/>
          <a:p>
            <a:pPr rtl="0"/>
            <a:endParaRPr lang="de-DE" noProof="0"/>
          </a:p>
        </p:txBody>
      </p:sp>
      <p:sp>
        <p:nvSpPr>
          <p:cNvPr id="4" name="Foliennummernplatzhalter 3"/>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207294102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146705" y="609601"/>
            <a:ext cx="3856037" cy="1639884"/>
          </a:xfrm>
        </p:spPr>
        <p:txBody>
          <a:bodyPr rtlCol="0" anchor="b"/>
          <a:lstStyle>
            <a:lvl1pPr>
              <a:defRPr sz="3200"/>
            </a:lvl1pPr>
          </a:lstStyle>
          <a:p>
            <a:pPr rtl="0"/>
            <a:r>
              <a:rPr lang="de-DE" noProof="0"/>
              <a:t>Titelmasterformat durch Klicken bearbeiten</a:t>
            </a:r>
          </a:p>
        </p:txBody>
      </p:sp>
      <p:sp>
        <p:nvSpPr>
          <p:cNvPr id="3" name="Inhaltsplatzhalter 2"/>
          <p:cNvSpPr>
            <a:spLocks noGrp="1"/>
          </p:cNvSpPr>
          <p:nvPr>
            <p:ph idx="1" hasCustomPrompt="1"/>
          </p:nvPr>
        </p:nvSpPr>
        <p:spPr>
          <a:xfrm>
            <a:off x="5156200" y="592666"/>
            <a:ext cx="5891209" cy="5198534"/>
          </a:xfrm>
        </p:spPr>
        <p:txBody>
          <a:bodyPr rtlCol="0" anchor="ctr"/>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Textplatzhalter 3"/>
          <p:cNvSpPr>
            <a:spLocks noGrp="1"/>
          </p:cNvSpPr>
          <p:nvPr>
            <p:ph type="body" sz="half" idx="2" hasCustomPrompt="1"/>
          </p:nvPr>
        </p:nvSpPr>
        <p:spPr>
          <a:xfrm>
            <a:off x="1146705" y="2249486"/>
            <a:ext cx="3856037" cy="3541714"/>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5" name="Datumsplatzhalter 4"/>
          <p:cNvSpPr>
            <a:spLocks noGrp="1"/>
          </p:cNvSpPr>
          <p:nvPr>
            <p:ph type="dt" sz="half" idx="10"/>
          </p:nvPr>
        </p:nvSpPr>
        <p:spPr/>
        <p:txBody>
          <a:bodyPr rtlCol="0"/>
          <a:lstStyle/>
          <a:p>
            <a:pPr rtl="0"/>
            <a:fld id="{C40EDDEF-7450-45B8-82E7-7E55F2B65840}" type="datetime1">
              <a:rPr lang="de-DE" noProof="0" smtClean="0"/>
              <a:t>16.03.2026</a:t>
            </a:fld>
            <a:endParaRPr lang="de-DE" noProof="0"/>
          </a:p>
        </p:txBody>
      </p:sp>
      <p:sp>
        <p:nvSpPr>
          <p:cNvPr id="6" name="Fußzeilenplatzhalter 5"/>
          <p:cNvSpPr>
            <a:spLocks noGrp="1"/>
          </p:cNvSpPr>
          <p:nvPr>
            <p:ph type="ftr" sz="quarter" idx="11"/>
          </p:nvPr>
        </p:nvSpPr>
        <p:spPr/>
        <p:txBody>
          <a:bodyPr rtlCol="0"/>
          <a:lstStyle/>
          <a:p>
            <a:pPr rtl="0"/>
            <a:endParaRPr lang="de-DE" noProof="0"/>
          </a:p>
        </p:txBody>
      </p:sp>
      <p:sp>
        <p:nvSpPr>
          <p:cNvPr id="7" name="Foliennummernplatzhalter 6"/>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271463390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141413" y="609600"/>
            <a:ext cx="5934508" cy="1639886"/>
          </a:xfrm>
        </p:spPr>
        <p:txBody>
          <a:bodyPr rtlCol="0" anchor="b"/>
          <a:lstStyle>
            <a:lvl1pPr>
              <a:defRPr sz="3200"/>
            </a:lvl1pPr>
          </a:lstStyle>
          <a:p>
            <a:pPr rtl="0"/>
            <a:r>
              <a:rPr lang="de-DE" noProof="0"/>
              <a:t>Titelmasterformat durch Klicken bearbeiten</a:t>
            </a:r>
          </a:p>
        </p:txBody>
      </p:sp>
      <p:sp>
        <p:nvSpPr>
          <p:cNvPr id="3" name="Bildplatzhalter 2"/>
          <p:cNvSpPr>
            <a:spLocks noGrp="1" noChangeAspect="1"/>
          </p:cNvSpPr>
          <p:nvPr>
            <p:ph type="pic" idx="1" hasCustomPrompt="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rtlCol="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de-DE" noProof="0"/>
              <a:t>Klicken Sie, um ein Bild hinzuzufügen.</a:t>
            </a:r>
          </a:p>
        </p:txBody>
      </p:sp>
      <p:sp>
        <p:nvSpPr>
          <p:cNvPr id="4" name="Textplatzhalter 3"/>
          <p:cNvSpPr>
            <a:spLocks noGrp="1"/>
          </p:cNvSpPr>
          <p:nvPr>
            <p:ph type="body" sz="half" idx="2" hasCustomPrompt="1"/>
          </p:nvPr>
        </p:nvSpPr>
        <p:spPr>
          <a:xfrm>
            <a:off x="1141410" y="2249486"/>
            <a:ext cx="5934511" cy="3541714"/>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5" name="Datumsplatzhalter 4"/>
          <p:cNvSpPr>
            <a:spLocks noGrp="1"/>
          </p:cNvSpPr>
          <p:nvPr>
            <p:ph type="dt" sz="half" idx="10"/>
          </p:nvPr>
        </p:nvSpPr>
        <p:spPr/>
        <p:txBody>
          <a:bodyPr rtlCol="0"/>
          <a:lstStyle/>
          <a:p>
            <a:pPr rtl="0"/>
            <a:fld id="{B62622A2-DAE8-4A43-A4B6-BC377E871BC8}" type="datetime1">
              <a:rPr lang="de-DE" noProof="0" smtClean="0"/>
              <a:t>16.03.2026</a:t>
            </a:fld>
            <a:endParaRPr lang="de-DE" noProof="0"/>
          </a:p>
        </p:txBody>
      </p:sp>
      <p:sp>
        <p:nvSpPr>
          <p:cNvPr id="6" name="Fußzeilenplatzhalter 5"/>
          <p:cNvSpPr>
            <a:spLocks noGrp="1"/>
          </p:cNvSpPr>
          <p:nvPr>
            <p:ph type="ftr" sz="quarter" idx="11"/>
          </p:nvPr>
        </p:nvSpPr>
        <p:spPr/>
        <p:txBody>
          <a:bodyPr rtlCol="0"/>
          <a:lstStyle/>
          <a:p>
            <a:pPr rtl="0"/>
            <a:endParaRPr lang="de-DE" noProof="0"/>
          </a:p>
        </p:txBody>
      </p:sp>
      <p:sp>
        <p:nvSpPr>
          <p:cNvPr id="7" name="Foliennummernplatzhalter 6"/>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335163101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Breitbild mit Beschriftun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141410" y="4304664"/>
            <a:ext cx="9912355" cy="819355"/>
          </a:xfrm>
        </p:spPr>
        <p:txBody>
          <a:bodyPr rtlCol="0" anchor="b">
            <a:normAutofit/>
          </a:bodyPr>
          <a:lstStyle>
            <a:lvl1pPr>
              <a:defRPr sz="3200"/>
            </a:lvl1pPr>
          </a:lstStyle>
          <a:p>
            <a:pPr rtl="0"/>
            <a:r>
              <a:rPr lang="de-DE" noProof="0"/>
              <a:t>Titelmasterformat durch Klicken bearbeiten</a:t>
            </a:r>
          </a:p>
        </p:txBody>
      </p:sp>
      <p:sp>
        <p:nvSpPr>
          <p:cNvPr id="3" name="Bildplatzhalter 2"/>
          <p:cNvSpPr>
            <a:spLocks noGrp="1" noChangeAspect="1"/>
          </p:cNvSpPr>
          <p:nvPr>
            <p:ph type="pic" idx="1" hasCustomPrompt="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rtl="0">
              <a:buNone/>
            </a:pPr>
            <a:r>
              <a:rPr lang="de-DE" noProof="0"/>
              <a:t>Klicken Sie, um ein Bild hinzuzufügen.</a:t>
            </a:r>
          </a:p>
        </p:txBody>
      </p:sp>
      <p:sp>
        <p:nvSpPr>
          <p:cNvPr id="4" name="Textplatzhalter 3"/>
          <p:cNvSpPr>
            <a:spLocks noGrp="1"/>
          </p:cNvSpPr>
          <p:nvPr>
            <p:ph type="body" sz="half" idx="2" hasCustomPrompt="1"/>
          </p:nvPr>
        </p:nvSpPr>
        <p:spPr>
          <a:xfrm>
            <a:off x="1141364" y="5124020"/>
            <a:ext cx="9910859" cy="682472"/>
          </a:xfrm>
        </p:spPr>
        <p:txBody>
          <a:bodyPr rtlCol="0">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5" name="Datumsplatzhalter 4"/>
          <p:cNvSpPr>
            <a:spLocks noGrp="1"/>
          </p:cNvSpPr>
          <p:nvPr>
            <p:ph type="dt" sz="half" idx="10"/>
          </p:nvPr>
        </p:nvSpPr>
        <p:spPr/>
        <p:txBody>
          <a:bodyPr rtlCol="0"/>
          <a:lstStyle/>
          <a:p>
            <a:pPr rtl="0"/>
            <a:fld id="{E6D1FF06-CF27-4334-B3B7-637620F1E6E4}" type="datetime1">
              <a:rPr lang="de-DE" noProof="0" smtClean="0"/>
              <a:t>16.03.2026</a:t>
            </a:fld>
            <a:endParaRPr lang="de-DE" noProof="0"/>
          </a:p>
        </p:txBody>
      </p:sp>
      <p:sp>
        <p:nvSpPr>
          <p:cNvPr id="6" name="Fußzeilenplatzhalter 5"/>
          <p:cNvSpPr>
            <a:spLocks noGrp="1"/>
          </p:cNvSpPr>
          <p:nvPr>
            <p:ph type="ftr" sz="quarter" idx="11"/>
          </p:nvPr>
        </p:nvSpPr>
        <p:spPr/>
        <p:txBody>
          <a:bodyPr rtlCol="0"/>
          <a:lstStyle/>
          <a:p>
            <a:pPr rtl="0"/>
            <a:endParaRPr lang="de-DE" noProof="0"/>
          </a:p>
        </p:txBody>
      </p:sp>
      <p:sp>
        <p:nvSpPr>
          <p:cNvPr id="7" name="Foliennummernplatzhalter 6"/>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37496490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el und Beschriftun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141456" y="609600"/>
            <a:ext cx="9905955" cy="3429000"/>
          </a:xfrm>
        </p:spPr>
        <p:txBody>
          <a:bodyPr rtlCol="0" anchor="ctr">
            <a:normAutofit/>
          </a:bodyPr>
          <a:lstStyle>
            <a:lvl1pPr>
              <a:defRPr sz="3600"/>
            </a:lvl1pPr>
          </a:lstStyle>
          <a:p>
            <a:pPr rtl="0"/>
            <a:r>
              <a:rPr lang="de-DE" noProof="0"/>
              <a:t>Titelmasterformat durch Klicken bearbeiten</a:t>
            </a:r>
          </a:p>
        </p:txBody>
      </p:sp>
      <p:sp>
        <p:nvSpPr>
          <p:cNvPr id="4" name="Textplatzhalter 3"/>
          <p:cNvSpPr>
            <a:spLocks noGrp="1"/>
          </p:cNvSpPr>
          <p:nvPr>
            <p:ph type="body" sz="half" idx="2" hasCustomPrompt="1"/>
          </p:nvPr>
        </p:nvSpPr>
        <p:spPr>
          <a:xfrm>
            <a:off x="1141410" y="4419599"/>
            <a:ext cx="9904459" cy="1371599"/>
          </a:xfrm>
        </p:spPr>
        <p:txBody>
          <a:bodyPr rtlCol="0"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5" name="Datumsplatzhalter 4"/>
          <p:cNvSpPr>
            <a:spLocks noGrp="1"/>
          </p:cNvSpPr>
          <p:nvPr>
            <p:ph type="dt" sz="half" idx="10"/>
          </p:nvPr>
        </p:nvSpPr>
        <p:spPr/>
        <p:txBody>
          <a:bodyPr rtlCol="0"/>
          <a:lstStyle/>
          <a:p>
            <a:pPr rtl="0"/>
            <a:fld id="{F9D956CA-E2FF-4F62-8224-666708E9F3E2}" type="datetime1">
              <a:rPr lang="de-DE" noProof="0" smtClean="0"/>
              <a:t>16.03.2026</a:t>
            </a:fld>
            <a:endParaRPr lang="de-DE" noProof="0"/>
          </a:p>
        </p:txBody>
      </p:sp>
      <p:sp>
        <p:nvSpPr>
          <p:cNvPr id="6" name="Fußzeilenplatzhalter 5"/>
          <p:cNvSpPr>
            <a:spLocks noGrp="1"/>
          </p:cNvSpPr>
          <p:nvPr>
            <p:ph type="ftr" sz="quarter" idx="11"/>
          </p:nvPr>
        </p:nvSpPr>
        <p:spPr/>
        <p:txBody>
          <a:bodyPr rtlCol="0"/>
          <a:lstStyle/>
          <a:p>
            <a:pPr rtl="0"/>
            <a:endParaRPr lang="de-DE" noProof="0"/>
          </a:p>
        </p:txBody>
      </p:sp>
      <p:sp>
        <p:nvSpPr>
          <p:cNvPr id="7" name="Foliennummernplatzhalter 6"/>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313679459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Zitat mit Beschriftun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446212" y="609599"/>
            <a:ext cx="9302752" cy="2748429"/>
          </a:xfrm>
        </p:spPr>
        <p:txBody>
          <a:bodyPr rtlCol="0" anchor="ctr">
            <a:normAutofit/>
          </a:bodyPr>
          <a:lstStyle>
            <a:lvl1pPr>
              <a:defRPr sz="3600"/>
            </a:lvl1pPr>
          </a:lstStyle>
          <a:p>
            <a:pPr rtl="0"/>
            <a:r>
              <a:rPr lang="de-DE" noProof="0"/>
              <a:t>Titelmasterformat durch Klicken bearbeiten</a:t>
            </a:r>
          </a:p>
        </p:txBody>
      </p:sp>
      <p:sp>
        <p:nvSpPr>
          <p:cNvPr id="12" name="Textplatzhalter 3"/>
          <p:cNvSpPr>
            <a:spLocks noGrp="1"/>
          </p:cNvSpPr>
          <p:nvPr>
            <p:ph type="body" sz="half" idx="13" hasCustomPrompt="1"/>
          </p:nvPr>
        </p:nvSpPr>
        <p:spPr>
          <a:xfrm>
            <a:off x="1720644" y="3365557"/>
            <a:ext cx="8752299" cy="548968"/>
          </a:xfrm>
        </p:spPr>
        <p:txBody>
          <a:bodyPr rtlCol="0"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4" name="Textplatzhalter 3"/>
          <p:cNvSpPr>
            <a:spLocks noGrp="1"/>
          </p:cNvSpPr>
          <p:nvPr>
            <p:ph type="body" sz="half" idx="2" hasCustomPrompt="1"/>
          </p:nvPr>
        </p:nvSpPr>
        <p:spPr>
          <a:xfrm>
            <a:off x="1141411" y="4309919"/>
            <a:ext cx="9906002" cy="1489496"/>
          </a:xfrm>
        </p:spPr>
        <p:txBody>
          <a:bodyPr rtlCol="0"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5" name="Datumsplatzhalter 4"/>
          <p:cNvSpPr>
            <a:spLocks noGrp="1"/>
          </p:cNvSpPr>
          <p:nvPr>
            <p:ph type="dt" sz="half" idx="10"/>
          </p:nvPr>
        </p:nvSpPr>
        <p:spPr/>
        <p:txBody>
          <a:bodyPr rtlCol="0"/>
          <a:lstStyle/>
          <a:p>
            <a:pPr rtl="0"/>
            <a:fld id="{4705D6B7-3004-4FAC-BC3A-015FE0A57446}" type="datetime1">
              <a:rPr lang="de-DE" noProof="0" smtClean="0"/>
              <a:t>16.03.2026</a:t>
            </a:fld>
            <a:endParaRPr lang="de-DE" noProof="0"/>
          </a:p>
        </p:txBody>
      </p:sp>
      <p:sp>
        <p:nvSpPr>
          <p:cNvPr id="6" name="Fußzeilenplatzhalter 5"/>
          <p:cNvSpPr>
            <a:spLocks noGrp="1"/>
          </p:cNvSpPr>
          <p:nvPr>
            <p:ph type="ftr" sz="quarter" idx="11"/>
          </p:nvPr>
        </p:nvSpPr>
        <p:spPr/>
        <p:txBody>
          <a:bodyPr rtlCol="0"/>
          <a:lstStyle/>
          <a:p>
            <a:pPr rtl="0"/>
            <a:endParaRPr lang="de-DE" noProof="0"/>
          </a:p>
        </p:txBody>
      </p:sp>
      <p:sp>
        <p:nvSpPr>
          <p:cNvPr id="7" name="Foliennummernplatzhalter 6"/>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
        <p:nvSpPr>
          <p:cNvPr id="60" name="Textfeld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de-DE" sz="8000" noProof="0">
                <a:solidFill>
                  <a:schemeClr val="tx1"/>
                </a:solidFill>
                <a:effectLst/>
              </a:rPr>
              <a:t>"</a:t>
            </a:r>
          </a:p>
        </p:txBody>
      </p:sp>
      <p:sp>
        <p:nvSpPr>
          <p:cNvPr id="61" name="Textfeld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rtl="0"/>
            <a:r>
              <a:rPr lang="de-DE" sz="8000" noProof="0">
                <a:solidFill>
                  <a:schemeClr val="tx1"/>
                </a:solidFill>
                <a:effectLst/>
              </a:rPr>
              <a:t>"</a:t>
            </a:r>
          </a:p>
        </p:txBody>
      </p:sp>
    </p:spTree>
    <p:extLst>
      <p:ext uri="{BB962C8B-B14F-4D97-AF65-F5344CB8AC3E}">
        <p14:creationId xmlns:p14="http://schemas.microsoft.com/office/powerpoint/2010/main" val="149988852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Visitenkarte">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1141410" y="2134041"/>
            <a:ext cx="9906001" cy="2511835"/>
          </a:xfrm>
        </p:spPr>
        <p:txBody>
          <a:bodyPr rtlCol="0" anchor="b">
            <a:normAutofit/>
          </a:bodyPr>
          <a:lstStyle>
            <a:lvl1pPr>
              <a:defRPr sz="3600"/>
            </a:lvl1pPr>
          </a:lstStyle>
          <a:p>
            <a:pPr rtl="0"/>
            <a:r>
              <a:rPr lang="de-DE" noProof="0"/>
              <a:t>Titelmasterformat durch Klicken bearbeiten</a:t>
            </a:r>
          </a:p>
        </p:txBody>
      </p:sp>
      <p:sp>
        <p:nvSpPr>
          <p:cNvPr id="4" name="Textplatzhalter 3"/>
          <p:cNvSpPr>
            <a:spLocks noGrp="1"/>
          </p:cNvSpPr>
          <p:nvPr>
            <p:ph type="body" sz="half" idx="2" hasCustomPrompt="1"/>
          </p:nvPr>
        </p:nvSpPr>
        <p:spPr>
          <a:xfrm>
            <a:off x="1141364" y="4657655"/>
            <a:ext cx="9904505" cy="1140644"/>
          </a:xfrm>
        </p:spPr>
        <p:txBody>
          <a:bodyPr rtlCol="0"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de-DE" noProof="0"/>
              <a:t>Textmasterformate bearbeiten</a:t>
            </a:r>
          </a:p>
        </p:txBody>
      </p:sp>
      <p:sp>
        <p:nvSpPr>
          <p:cNvPr id="5" name="Datumsplatzhalter 4"/>
          <p:cNvSpPr>
            <a:spLocks noGrp="1"/>
          </p:cNvSpPr>
          <p:nvPr>
            <p:ph type="dt" sz="half" idx="10"/>
          </p:nvPr>
        </p:nvSpPr>
        <p:spPr/>
        <p:txBody>
          <a:bodyPr rtlCol="0"/>
          <a:lstStyle/>
          <a:p>
            <a:pPr rtl="0"/>
            <a:fld id="{7E74A034-6A41-405C-94EC-809CF0CECE64}" type="datetime1">
              <a:rPr lang="de-DE" noProof="0" smtClean="0"/>
              <a:t>16.03.2026</a:t>
            </a:fld>
            <a:endParaRPr lang="de-DE" noProof="0"/>
          </a:p>
        </p:txBody>
      </p:sp>
      <p:sp>
        <p:nvSpPr>
          <p:cNvPr id="6" name="Fußzeilenplatzhalter 5"/>
          <p:cNvSpPr>
            <a:spLocks noGrp="1"/>
          </p:cNvSpPr>
          <p:nvPr>
            <p:ph type="ftr" sz="quarter" idx="11"/>
          </p:nvPr>
        </p:nvSpPr>
        <p:spPr/>
        <p:txBody>
          <a:bodyPr rtlCol="0"/>
          <a:lstStyle/>
          <a:p>
            <a:pPr rtl="0"/>
            <a:endParaRPr lang="de-DE" noProof="0"/>
          </a:p>
        </p:txBody>
      </p:sp>
      <p:sp>
        <p:nvSpPr>
          <p:cNvPr id="7" name="Foliennummernplatzhalter 6"/>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1540817076"/>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3-spaltig">
    <p:spTree>
      <p:nvGrpSpPr>
        <p:cNvPr id="1" name=""/>
        <p:cNvGrpSpPr/>
        <p:nvPr/>
      </p:nvGrpSpPr>
      <p:grpSpPr>
        <a:xfrm>
          <a:off x="0" y="0"/>
          <a:ext cx="0" cy="0"/>
          <a:chOff x="0" y="0"/>
          <a:chExt cx="0" cy="0"/>
        </a:xfrm>
      </p:grpSpPr>
      <p:sp>
        <p:nvSpPr>
          <p:cNvPr id="15" name="Titel 1"/>
          <p:cNvSpPr>
            <a:spLocks noGrp="1"/>
          </p:cNvSpPr>
          <p:nvPr>
            <p:ph type="title" hasCustomPrompt="1"/>
          </p:nvPr>
        </p:nvSpPr>
        <p:spPr>
          <a:xfrm>
            <a:off x="1141413" y="609600"/>
            <a:ext cx="9905998" cy="1905000"/>
          </a:xfrm>
        </p:spPr>
        <p:txBody>
          <a:bodyPr rtlCol="0"/>
          <a:lstStyle/>
          <a:p>
            <a:pPr rtl="0"/>
            <a:r>
              <a:rPr lang="de-DE" noProof="0"/>
              <a:t>Titelmasterformat durch Klicken bearbeiten</a:t>
            </a:r>
          </a:p>
        </p:txBody>
      </p:sp>
      <p:sp>
        <p:nvSpPr>
          <p:cNvPr id="7" name="Textplatzhalter 2"/>
          <p:cNvSpPr>
            <a:spLocks noGrp="1"/>
          </p:cNvSpPr>
          <p:nvPr>
            <p:ph type="body" idx="1" hasCustomPrompt="1"/>
          </p:nvPr>
        </p:nvSpPr>
        <p:spPr>
          <a:xfrm>
            <a:off x="1141410" y="2674463"/>
            <a:ext cx="3196899"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8" name="Textplatzhalter 3"/>
          <p:cNvSpPr>
            <a:spLocks noGrp="1"/>
          </p:cNvSpPr>
          <p:nvPr>
            <p:ph type="body" sz="half" idx="15" hasCustomPrompt="1"/>
          </p:nvPr>
        </p:nvSpPr>
        <p:spPr>
          <a:xfrm>
            <a:off x="1127918" y="3360263"/>
            <a:ext cx="3208735"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Textmasterformate bearbeiten</a:t>
            </a:r>
          </a:p>
        </p:txBody>
      </p:sp>
      <p:sp>
        <p:nvSpPr>
          <p:cNvPr id="9" name="Textplatzhalter 4"/>
          <p:cNvSpPr>
            <a:spLocks noGrp="1"/>
          </p:cNvSpPr>
          <p:nvPr>
            <p:ph type="body" sz="quarter" idx="3" hasCustomPrompt="1"/>
          </p:nvPr>
        </p:nvSpPr>
        <p:spPr>
          <a:xfrm>
            <a:off x="4514766" y="2677635"/>
            <a:ext cx="3184385"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10" name="Textplatzhalter 3"/>
          <p:cNvSpPr>
            <a:spLocks noGrp="1"/>
          </p:cNvSpPr>
          <p:nvPr>
            <p:ph type="body" sz="half" idx="16" hasCustomPrompt="1"/>
          </p:nvPr>
        </p:nvSpPr>
        <p:spPr>
          <a:xfrm>
            <a:off x="4504213" y="3363435"/>
            <a:ext cx="3195830"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Textmasterformate bearbeiten</a:t>
            </a:r>
          </a:p>
        </p:txBody>
      </p:sp>
      <p:sp>
        <p:nvSpPr>
          <p:cNvPr id="11" name="Textplatzhalter 4"/>
          <p:cNvSpPr>
            <a:spLocks noGrp="1"/>
          </p:cNvSpPr>
          <p:nvPr>
            <p:ph type="body" sz="quarter" idx="13" hasCustomPrompt="1"/>
          </p:nvPr>
        </p:nvSpPr>
        <p:spPr>
          <a:xfrm>
            <a:off x="7852442" y="2674463"/>
            <a:ext cx="3194968" cy="685800"/>
          </a:xfrm>
        </p:spPr>
        <p:txBody>
          <a:bodyPr rtlCol="0"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12" name="Textplatzhalter 3"/>
          <p:cNvSpPr>
            <a:spLocks noGrp="1"/>
          </p:cNvSpPr>
          <p:nvPr>
            <p:ph type="body" sz="half" idx="17" hasCustomPrompt="1"/>
          </p:nvPr>
        </p:nvSpPr>
        <p:spPr>
          <a:xfrm>
            <a:off x="7852442" y="3360263"/>
            <a:ext cx="3194968" cy="2430936"/>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Textmasterformate bearbeiten</a:t>
            </a:r>
          </a:p>
        </p:txBody>
      </p:sp>
      <p:sp>
        <p:nvSpPr>
          <p:cNvPr id="3" name="Datumsplatzhalter 2"/>
          <p:cNvSpPr>
            <a:spLocks noGrp="1"/>
          </p:cNvSpPr>
          <p:nvPr>
            <p:ph type="dt" sz="half" idx="10"/>
          </p:nvPr>
        </p:nvSpPr>
        <p:spPr/>
        <p:txBody>
          <a:bodyPr rtlCol="0"/>
          <a:lstStyle/>
          <a:p>
            <a:pPr rtl="0"/>
            <a:fld id="{86AB17A2-F2E5-4595-A7FB-9B751BAAC273}" type="datetime1">
              <a:rPr lang="de-DE" noProof="0" smtClean="0"/>
              <a:t>16.03.2026</a:t>
            </a:fld>
            <a:endParaRPr lang="de-DE" noProof="0"/>
          </a:p>
        </p:txBody>
      </p:sp>
      <p:sp>
        <p:nvSpPr>
          <p:cNvPr id="4" name="Fußzeilenplatzhalter 3"/>
          <p:cNvSpPr>
            <a:spLocks noGrp="1"/>
          </p:cNvSpPr>
          <p:nvPr>
            <p:ph type="ftr" sz="quarter" idx="11"/>
          </p:nvPr>
        </p:nvSpPr>
        <p:spPr/>
        <p:txBody>
          <a:bodyPr rtlCol="0"/>
          <a:lstStyle/>
          <a:p>
            <a:pPr rtl="0"/>
            <a:endParaRPr lang="de-DE" noProof="0"/>
          </a:p>
        </p:txBody>
      </p:sp>
      <p:sp>
        <p:nvSpPr>
          <p:cNvPr id="5" name="Foliennummernplatzhalter 4"/>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101473411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3 Bildspalten">
    <p:spTree>
      <p:nvGrpSpPr>
        <p:cNvPr id="1" name=""/>
        <p:cNvGrpSpPr/>
        <p:nvPr/>
      </p:nvGrpSpPr>
      <p:grpSpPr>
        <a:xfrm>
          <a:off x="0" y="0"/>
          <a:ext cx="0" cy="0"/>
          <a:chOff x="0" y="0"/>
          <a:chExt cx="0" cy="0"/>
        </a:xfrm>
      </p:grpSpPr>
      <p:sp>
        <p:nvSpPr>
          <p:cNvPr id="30" name="Titel 1"/>
          <p:cNvSpPr>
            <a:spLocks noGrp="1"/>
          </p:cNvSpPr>
          <p:nvPr>
            <p:ph type="title" hasCustomPrompt="1"/>
          </p:nvPr>
        </p:nvSpPr>
        <p:spPr>
          <a:xfrm>
            <a:off x="1141411" y="609600"/>
            <a:ext cx="9905999" cy="1905000"/>
          </a:xfrm>
        </p:spPr>
        <p:txBody>
          <a:bodyPr rtlCol="0"/>
          <a:lstStyle/>
          <a:p>
            <a:pPr rtl="0"/>
            <a:r>
              <a:rPr lang="de-DE" noProof="0"/>
              <a:t>Titelmasterformat durch Klicken bearbeiten</a:t>
            </a:r>
          </a:p>
        </p:txBody>
      </p:sp>
      <p:sp>
        <p:nvSpPr>
          <p:cNvPr id="19" name="Textplatzhalter 2"/>
          <p:cNvSpPr>
            <a:spLocks noGrp="1"/>
          </p:cNvSpPr>
          <p:nvPr>
            <p:ph type="body" idx="1" hasCustomPrompt="1"/>
          </p:nvPr>
        </p:nvSpPr>
        <p:spPr>
          <a:xfrm>
            <a:off x="1141413" y="4404596"/>
            <a:ext cx="3195240"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20" name="Bildplatzhalter 2"/>
          <p:cNvSpPr>
            <a:spLocks noGrp="1" noChangeAspect="1"/>
          </p:cNvSpPr>
          <p:nvPr>
            <p:ph type="pic" idx="15" hasCustomPrompt="1"/>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de-DE" noProof="0"/>
              <a:t>Klicken Sie, um ein Bild hinzuzufügen.</a:t>
            </a:r>
          </a:p>
        </p:txBody>
      </p:sp>
      <p:sp>
        <p:nvSpPr>
          <p:cNvPr id="21" name="Textplatzhalter 3"/>
          <p:cNvSpPr>
            <a:spLocks noGrp="1"/>
          </p:cNvSpPr>
          <p:nvPr>
            <p:ph type="body" sz="half" idx="18" hasCustomPrompt="1"/>
          </p:nvPr>
        </p:nvSpPr>
        <p:spPr>
          <a:xfrm>
            <a:off x="1141413" y="4980858"/>
            <a:ext cx="3195240" cy="817843"/>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Textmasterformate bearbeiten</a:t>
            </a:r>
          </a:p>
        </p:txBody>
      </p:sp>
      <p:sp>
        <p:nvSpPr>
          <p:cNvPr id="22" name="Textplatzhalter 4"/>
          <p:cNvSpPr>
            <a:spLocks noGrp="1"/>
          </p:cNvSpPr>
          <p:nvPr>
            <p:ph type="body" sz="quarter" idx="3" hasCustomPrompt="1"/>
          </p:nvPr>
        </p:nvSpPr>
        <p:spPr>
          <a:xfrm>
            <a:off x="4489053" y="4404596"/>
            <a:ext cx="3200400"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23" name="Bildplatzhalter 2"/>
          <p:cNvSpPr>
            <a:spLocks noGrp="1" noChangeAspect="1"/>
          </p:cNvSpPr>
          <p:nvPr>
            <p:ph type="pic" idx="21" hasCustomPrompt="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de-DE" noProof="0"/>
              <a:t>Klicken Sie, um ein Bild hinzuzufügen.</a:t>
            </a:r>
          </a:p>
        </p:txBody>
      </p:sp>
      <p:sp>
        <p:nvSpPr>
          <p:cNvPr id="24" name="Textplatzhalter 3"/>
          <p:cNvSpPr>
            <a:spLocks noGrp="1"/>
          </p:cNvSpPr>
          <p:nvPr>
            <p:ph type="body" sz="half" idx="19" hasCustomPrompt="1"/>
          </p:nvPr>
        </p:nvSpPr>
        <p:spPr>
          <a:xfrm>
            <a:off x="4487593" y="4980857"/>
            <a:ext cx="3200400" cy="810342"/>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Textmasterformate bearbeiten</a:t>
            </a:r>
          </a:p>
        </p:txBody>
      </p:sp>
      <p:sp>
        <p:nvSpPr>
          <p:cNvPr id="25" name="Textplatzhalter 4"/>
          <p:cNvSpPr>
            <a:spLocks noGrp="1"/>
          </p:cNvSpPr>
          <p:nvPr>
            <p:ph type="body" sz="quarter" idx="13" hasCustomPrompt="1"/>
          </p:nvPr>
        </p:nvSpPr>
        <p:spPr>
          <a:xfrm>
            <a:off x="7852567" y="4404595"/>
            <a:ext cx="3190741" cy="576262"/>
          </a:xfrm>
        </p:spPr>
        <p:txBody>
          <a:bodyPr rtlCol="0"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de-DE" noProof="0"/>
              <a:t>Textmasterformate bearbeiten</a:t>
            </a:r>
          </a:p>
        </p:txBody>
      </p:sp>
      <p:sp>
        <p:nvSpPr>
          <p:cNvPr id="26" name="Bildplatzhalter 2"/>
          <p:cNvSpPr>
            <a:spLocks noGrp="1" noChangeAspect="1"/>
          </p:cNvSpPr>
          <p:nvPr>
            <p:ph type="pic" idx="22" hasCustomPrompt="1"/>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rtl="0">
              <a:buNone/>
            </a:pPr>
            <a:r>
              <a:rPr lang="de-DE" noProof="0"/>
              <a:t>Klicken Sie, um ein Bild hinzuzufügen.</a:t>
            </a:r>
          </a:p>
        </p:txBody>
      </p:sp>
      <p:sp>
        <p:nvSpPr>
          <p:cNvPr id="27" name="Textplatzhalter 3"/>
          <p:cNvSpPr>
            <a:spLocks noGrp="1"/>
          </p:cNvSpPr>
          <p:nvPr>
            <p:ph type="body" sz="half" idx="20" hasCustomPrompt="1"/>
          </p:nvPr>
        </p:nvSpPr>
        <p:spPr>
          <a:xfrm>
            <a:off x="7852442" y="4980854"/>
            <a:ext cx="3194968" cy="810345"/>
          </a:xfrm>
        </p:spPr>
        <p:txBody>
          <a:bodyPr rtlCol="0"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de-DE" noProof="0"/>
              <a:t>Textmasterformate bearbeiten</a:t>
            </a:r>
          </a:p>
        </p:txBody>
      </p:sp>
      <p:sp>
        <p:nvSpPr>
          <p:cNvPr id="3" name="Datumsplatzhalter 2"/>
          <p:cNvSpPr>
            <a:spLocks noGrp="1"/>
          </p:cNvSpPr>
          <p:nvPr>
            <p:ph type="dt" sz="half" idx="10"/>
          </p:nvPr>
        </p:nvSpPr>
        <p:spPr/>
        <p:txBody>
          <a:bodyPr rtlCol="0"/>
          <a:lstStyle/>
          <a:p>
            <a:pPr rtl="0"/>
            <a:fld id="{C748A9B5-1858-4454-934E-4CCFC700924D}" type="datetime1">
              <a:rPr lang="de-DE" noProof="0" smtClean="0"/>
              <a:t>16.03.2026</a:t>
            </a:fld>
            <a:endParaRPr lang="de-DE" noProof="0"/>
          </a:p>
        </p:txBody>
      </p:sp>
      <p:sp>
        <p:nvSpPr>
          <p:cNvPr id="4" name="Fußzeilenplatzhalter 3"/>
          <p:cNvSpPr>
            <a:spLocks noGrp="1"/>
          </p:cNvSpPr>
          <p:nvPr>
            <p:ph type="ftr" sz="quarter" idx="11"/>
          </p:nvPr>
        </p:nvSpPr>
        <p:spPr/>
        <p:txBody>
          <a:bodyPr rtlCol="0"/>
          <a:lstStyle/>
          <a:p>
            <a:pPr rtl="0"/>
            <a:endParaRPr lang="de-DE" noProof="0"/>
          </a:p>
        </p:txBody>
      </p:sp>
      <p:sp>
        <p:nvSpPr>
          <p:cNvPr id="5" name="Foliennummernplatzhalter 4"/>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4254415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rtlCol="0"/>
          <a:lstStyle/>
          <a:p>
            <a:pPr rtl="0"/>
            <a:r>
              <a:rPr lang="de-DE" noProof="0"/>
              <a:t>Titelmasterformat durch Klicken bearbeiten</a:t>
            </a:r>
          </a:p>
        </p:txBody>
      </p:sp>
      <p:sp>
        <p:nvSpPr>
          <p:cNvPr id="3" name="Vertikaler Textplatzhalter 2"/>
          <p:cNvSpPr>
            <a:spLocks noGrp="1"/>
          </p:cNvSpPr>
          <p:nvPr>
            <p:ph type="body" orient="vert" idx="1" hasCustomPrompt="1"/>
          </p:nvPr>
        </p:nvSpPr>
        <p:spPr/>
        <p:txBody>
          <a:bodyPr vert="eaVert" rtlCol="0" anchor="t"/>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p:cNvSpPr>
            <a:spLocks noGrp="1"/>
          </p:cNvSpPr>
          <p:nvPr>
            <p:ph type="dt" sz="half" idx="10"/>
          </p:nvPr>
        </p:nvSpPr>
        <p:spPr/>
        <p:txBody>
          <a:bodyPr rtlCol="0"/>
          <a:lstStyle/>
          <a:p>
            <a:pPr rtl="0"/>
            <a:fld id="{205456CE-09A8-4398-AD5C-C5B8BA377448}" type="datetime1">
              <a:rPr lang="de-DE" noProof="0" smtClean="0"/>
              <a:t>16.03.2026</a:t>
            </a:fld>
            <a:endParaRPr lang="de-DE" noProof="0"/>
          </a:p>
        </p:txBody>
      </p:sp>
      <p:sp>
        <p:nvSpPr>
          <p:cNvPr id="5" name="Fußzeilenplatzhalter 4"/>
          <p:cNvSpPr>
            <a:spLocks noGrp="1"/>
          </p:cNvSpPr>
          <p:nvPr>
            <p:ph type="ftr" sz="quarter" idx="11"/>
          </p:nvPr>
        </p:nvSpPr>
        <p:spPr/>
        <p:txBody>
          <a:bodyPr rtlCol="0"/>
          <a:lstStyle/>
          <a:p>
            <a:pPr rtl="0"/>
            <a:endParaRPr lang="de-DE" noProof="0"/>
          </a:p>
        </p:txBody>
      </p:sp>
      <p:sp>
        <p:nvSpPr>
          <p:cNvPr id="6" name="Foliennummernplatzhalter 5"/>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77443961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hasCustomPrompt="1"/>
          </p:nvPr>
        </p:nvSpPr>
        <p:spPr>
          <a:xfrm>
            <a:off x="9042400" y="609599"/>
            <a:ext cx="2005011" cy="5181601"/>
          </a:xfrm>
        </p:spPr>
        <p:txBody>
          <a:bodyPr vert="eaVert" rtlCol="0"/>
          <a:lstStyle/>
          <a:p>
            <a:pPr rtl="0"/>
            <a:r>
              <a:rPr lang="de-DE" noProof="0"/>
              <a:t>Titelmasterformat durch Klicken bearbeiten</a:t>
            </a:r>
          </a:p>
        </p:txBody>
      </p:sp>
      <p:sp>
        <p:nvSpPr>
          <p:cNvPr id="3" name="Vertikaler Textplatzhalter 2"/>
          <p:cNvSpPr>
            <a:spLocks noGrp="1"/>
          </p:cNvSpPr>
          <p:nvPr>
            <p:ph type="body" orient="vert" idx="1" hasCustomPrompt="1"/>
          </p:nvPr>
        </p:nvSpPr>
        <p:spPr>
          <a:xfrm>
            <a:off x="1141410" y="609599"/>
            <a:ext cx="7748590" cy="5181601"/>
          </a:xfrm>
        </p:spPr>
        <p:txBody>
          <a:bodyPr vert="eaVert" rtlCol="0"/>
          <a:lstStyle/>
          <a:p>
            <a:pPr lvl="0" rtl="0"/>
            <a:r>
              <a:rPr lang="de-DE" noProof="0"/>
              <a:t>Textmasterformate bearbeiten</a:t>
            </a:r>
          </a:p>
          <a:p>
            <a:pPr lvl="1" rtl="0"/>
            <a:r>
              <a:rPr lang="de-DE" noProof="0"/>
              <a:t>Zweite Ebene</a:t>
            </a:r>
          </a:p>
          <a:p>
            <a:pPr lvl="2" rtl="0"/>
            <a:r>
              <a:rPr lang="de-DE" noProof="0"/>
              <a:t>Dritte Ebene</a:t>
            </a:r>
          </a:p>
          <a:p>
            <a:pPr lvl="3" rtl="0"/>
            <a:r>
              <a:rPr lang="de-DE" noProof="0"/>
              <a:t>Vierte Ebene</a:t>
            </a:r>
          </a:p>
          <a:p>
            <a:pPr lvl="4" rtl="0"/>
            <a:r>
              <a:rPr lang="de-DE" noProof="0"/>
              <a:t>Fünfte Ebene</a:t>
            </a:r>
          </a:p>
        </p:txBody>
      </p:sp>
      <p:sp>
        <p:nvSpPr>
          <p:cNvPr id="4" name="Datumsplatzhalter 3"/>
          <p:cNvSpPr>
            <a:spLocks noGrp="1"/>
          </p:cNvSpPr>
          <p:nvPr>
            <p:ph type="dt" sz="half" idx="10"/>
          </p:nvPr>
        </p:nvSpPr>
        <p:spPr/>
        <p:txBody>
          <a:bodyPr rtlCol="0"/>
          <a:lstStyle/>
          <a:p>
            <a:pPr rtl="0"/>
            <a:fld id="{63DDCAF8-CE4B-4582-882D-090A7C25B249}" type="datetime1">
              <a:rPr lang="de-DE" noProof="0" smtClean="0"/>
              <a:t>16.03.2026</a:t>
            </a:fld>
            <a:endParaRPr lang="de-DE" noProof="0"/>
          </a:p>
        </p:txBody>
      </p:sp>
      <p:sp>
        <p:nvSpPr>
          <p:cNvPr id="5" name="Fußzeilenplatzhalter 4"/>
          <p:cNvSpPr>
            <a:spLocks noGrp="1"/>
          </p:cNvSpPr>
          <p:nvPr>
            <p:ph type="ftr" sz="quarter" idx="11"/>
          </p:nvPr>
        </p:nvSpPr>
        <p:spPr/>
        <p:txBody>
          <a:bodyPr rtlCol="0"/>
          <a:lstStyle/>
          <a:p>
            <a:pPr rtl="0"/>
            <a:endParaRPr lang="de-DE" noProof="0"/>
          </a:p>
        </p:txBody>
      </p:sp>
      <p:sp>
        <p:nvSpPr>
          <p:cNvPr id="6" name="Foliennummernplatzhalter 5"/>
          <p:cNvSpPr>
            <a:spLocks noGrp="1"/>
          </p:cNvSpPr>
          <p:nvPr>
            <p:ph type="sldNum" sz="quarter" idx="12"/>
          </p:nvPr>
        </p:nvSpPr>
        <p:spPr/>
        <p:txBody>
          <a:bodyPr rtlCol="0"/>
          <a:lstStyle/>
          <a:p>
            <a:pPr rtl="0"/>
            <a:fld id="{6D22F896-40B5-4ADD-8801-0D06FADFA095}" type="slidenum">
              <a:rPr lang="de-DE" noProof="0" smtClean="0"/>
              <a:t>‹#›</a:t>
            </a:fld>
            <a:endParaRPr lang="de-DE" noProof="0"/>
          </a:p>
        </p:txBody>
      </p:sp>
    </p:spTree>
    <p:extLst>
      <p:ext uri="{BB962C8B-B14F-4D97-AF65-F5344CB8AC3E}">
        <p14:creationId xmlns:p14="http://schemas.microsoft.com/office/powerpoint/2010/main" val="17099955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6.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9.xml"/><Relationship Id="rId18" Type="http://schemas.openxmlformats.org/officeDocument/2006/relationships/slideLayout" Target="../slideLayouts/slideLayout44.xml"/><Relationship Id="rId26" Type="http://schemas.openxmlformats.org/officeDocument/2006/relationships/slideLayout" Target="../slideLayouts/slideLayout52.xml"/><Relationship Id="rId3" Type="http://schemas.openxmlformats.org/officeDocument/2006/relationships/slideLayout" Target="../slideLayouts/slideLayout29.xml"/><Relationship Id="rId21" Type="http://schemas.openxmlformats.org/officeDocument/2006/relationships/slideLayout" Target="../slideLayouts/slideLayout47.xml"/><Relationship Id="rId34" Type="http://schemas.openxmlformats.org/officeDocument/2006/relationships/theme" Target="../theme/theme3.xml"/><Relationship Id="rId7" Type="http://schemas.openxmlformats.org/officeDocument/2006/relationships/slideLayout" Target="../slideLayouts/slideLayout33.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0" Type="http://schemas.openxmlformats.org/officeDocument/2006/relationships/slideLayout" Target="../slideLayouts/slideLayout46.xml"/><Relationship Id="rId29" Type="http://schemas.openxmlformats.org/officeDocument/2006/relationships/slideLayout" Target="../slideLayouts/slideLayout55.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5" Type="http://schemas.openxmlformats.org/officeDocument/2006/relationships/slideLayout" Target="../slideLayouts/slideLayout31.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10" Type="http://schemas.openxmlformats.org/officeDocument/2006/relationships/slideLayout" Target="../slideLayouts/slideLayout36.xml"/><Relationship Id="rId19" Type="http://schemas.openxmlformats.org/officeDocument/2006/relationships/slideLayout" Target="../slideLayouts/slideLayout45.xml"/><Relationship Id="rId31" Type="http://schemas.openxmlformats.org/officeDocument/2006/relationships/slideLayout" Target="../slideLayouts/slideLayout57.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8" Type="http://schemas.openxmlformats.org/officeDocument/2006/relationships/slideLayout" Target="../slideLayouts/slideLayout34.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61.xml"/><Relationship Id="rId1" Type="http://schemas.openxmlformats.org/officeDocument/2006/relationships/slideLayout" Target="../slideLayouts/slideLayout6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slideLayout" Target="../slideLayouts/slideLayout74.xml"/><Relationship Id="rId18" Type="http://schemas.openxmlformats.org/officeDocument/2006/relationships/theme" Target="../theme/theme5.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17" Type="http://schemas.openxmlformats.org/officeDocument/2006/relationships/slideLayout" Target="../slideLayouts/slideLayout78.xml"/><Relationship Id="rId2" Type="http://schemas.openxmlformats.org/officeDocument/2006/relationships/slideLayout" Target="../slideLayouts/slideLayout63.xml"/><Relationship Id="rId16" Type="http://schemas.openxmlformats.org/officeDocument/2006/relationships/slideLayout" Target="../slideLayouts/slideLayout77.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5" Type="http://schemas.openxmlformats.org/officeDocument/2006/relationships/slideLayout" Target="../slideLayouts/slideLayout76.xml"/><Relationship Id="rId10" Type="http://schemas.openxmlformats.org/officeDocument/2006/relationships/slideLayout" Target="../slideLayouts/slideLayout71.xml"/><Relationship Id="rId19" Type="http://schemas.openxmlformats.org/officeDocument/2006/relationships/image" Target="../media/image2.png"/><Relationship Id="rId4" Type="http://schemas.openxmlformats.org/officeDocument/2006/relationships/slideLayout" Target="../slideLayouts/slideLayout65.xml"/><Relationship Id="rId9" Type="http://schemas.openxmlformats.org/officeDocument/2006/relationships/slideLayout" Target="../slideLayouts/slideLayout70.xml"/><Relationship Id="rId14" Type="http://schemas.openxmlformats.org/officeDocument/2006/relationships/slideLayout" Target="../slideLayouts/slideLayout7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Fira Code"/>
              <a:buNone/>
              <a:defRPr sz="2800">
                <a:solidFill>
                  <a:schemeClr val="lt1"/>
                </a:solidFill>
                <a:latin typeface="Fira Code"/>
                <a:ea typeface="Fira Code"/>
                <a:cs typeface="Fira Code"/>
                <a:sym typeface="Fira Code"/>
              </a:defRPr>
            </a:lvl1pPr>
            <a:lvl2pPr lvl="1">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2pPr>
            <a:lvl3pPr lvl="2">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3pPr>
            <a:lvl4pPr lvl="3">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4pPr>
            <a:lvl5pPr lvl="4">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5pPr>
            <a:lvl6pPr lvl="5">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6pPr>
            <a:lvl7pPr lvl="6">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7pPr>
            <a:lvl8pPr lvl="7">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8pPr>
            <a:lvl9pPr lvl="8">
              <a:spcBef>
                <a:spcPts val="0"/>
              </a:spcBef>
              <a:spcAft>
                <a:spcPts val="0"/>
              </a:spcAft>
              <a:buClr>
                <a:schemeClr val="dk1"/>
              </a:buClr>
              <a:buSzPts val="2800"/>
              <a:buFont typeface="Fira Code"/>
              <a:buNone/>
              <a:defRPr sz="2800">
                <a:solidFill>
                  <a:schemeClr val="dk1"/>
                </a:solidFill>
                <a:latin typeface="Fira Code"/>
                <a:ea typeface="Fira Code"/>
                <a:cs typeface="Fira Code"/>
                <a:sym typeface="Fira Code"/>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ctr" anchorCtr="0">
            <a:noAutofit/>
          </a:bodyPr>
          <a:lstStyle>
            <a:lvl1pPr marL="457200" lvl="0"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1pPr>
            <a:lvl2pPr marL="914400" lvl="1"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2pPr>
            <a:lvl3pPr marL="1371600" lvl="2"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3pPr>
            <a:lvl4pPr marL="1828800" lvl="3"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4pPr>
            <a:lvl5pPr marL="2286000" lvl="4"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5pPr>
            <a:lvl6pPr marL="2743200" lvl="5"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6pPr>
            <a:lvl7pPr marL="3200400" lvl="6"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7pPr>
            <a:lvl8pPr marL="3657600" lvl="7"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8pPr>
            <a:lvl9pPr marL="4114800" lvl="8" indent="-317500">
              <a:lnSpc>
                <a:spcPct val="100000"/>
              </a:lnSpc>
              <a:spcBef>
                <a:spcPts val="0"/>
              </a:spcBef>
              <a:spcAft>
                <a:spcPts val="0"/>
              </a:spcAft>
              <a:buClr>
                <a:schemeClr val="dk2"/>
              </a:buClr>
              <a:buSzPts val="1400"/>
              <a:buFont typeface="Fira Code"/>
              <a:buChar char="■"/>
              <a:defRPr>
                <a:solidFill>
                  <a:schemeClr val="dk2"/>
                </a:solidFill>
                <a:latin typeface="Fira Code"/>
                <a:ea typeface="Fira Code"/>
                <a:cs typeface="Fira Code"/>
                <a:sym typeface="Fira Code"/>
              </a:defRPr>
            </a:lvl9pPr>
          </a:lstStyle>
          <a:p>
            <a:endParaRPr/>
          </a:p>
        </p:txBody>
      </p:sp>
    </p:spTree>
    <p:extLst>
      <p:ext uri="{BB962C8B-B14F-4D97-AF65-F5344CB8AC3E}">
        <p14:creationId xmlns:p14="http://schemas.microsoft.com/office/powerpoint/2010/main" val="107852808"/>
      </p:ext>
    </p:extLst>
  </p:cSld>
  <p:clrMap bg1="lt1" tx1="dk1" bg2="dk2" tx2="lt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 id="2147483948" r:id="rId12"/>
    <p:sldLayoutId id="2147483949" r:id="rId13"/>
    <p:sldLayoutId id="2147483950" r:id="rId14"/>
    <p:sldLayoutId id="2147483951" r:id="rId15"/>
    <p:sldLayoutId id="2147483952" r:id="rId16"/>
    <p:sldLayoutId id="2147483953" r:id="rId17"/>
    <p:sldLayoutId id="2147483954" r:id="rId18"/>
    <p:sldLayoutId id="2147483955" r:id="rId19"/>
    <p:sldLayoutId id="2147483956" r:id="rId20"/>
    <p:sldLayoutId id="2147483957" r:id="rId21"/>
    <p:sldLayoutId id="2147483958" r:id="rId22"/>
    <p:sldLayoutId id="2147483959" r:id="rId23"/>
    <p:sldLayoutId id="2147483960" r:id="rId24"/>
    <p:sldLayoutId id="2147483961" r:id="rId2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450"/>
        <p:cNvGrpSpPr/>
        <p:nvPr/>
      </p:nvGrpSpPr>
      <p:grpSpPr>
        <a:xfrm>
          <a:off x="0" y="0"/>
          <a:ext cx="0" cy="0"/>
          <a:chOff x="0" y="0"/>
          <a:chExt cx="0" cy="0"/>
        </a:xfrm>
      </p:grpSpPr>
      <p:sp>
        <p:nvSpPr>
          <p:cNvPr id="451" name="Google Shape;451;p25"/>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452" name="Google Shape;452;p25"/>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222602505"/>
      </p:ext>
    </p:extLst>
  </p:cSld>
  <p:clrMap bg1="lt1" tx1="dk1" bg2="dk2" tx2="lt2" accent1="accent1" accent2="accent2" accent3="accent3" accent4="accent4" accent5="accent5" accent6="accent6" hlink="hlink" folHlink="folHlink"/>
  <p:sldLayoutIdLst>
    <p:sldLayoutId id="2147483963"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2500"/>
              <a:buFont typeface="Martel"/>
              <a:buNone/>
              <a:defRPr sz="2500">
                <a:solidFill>
                  <a:schemeClr val="dk1"/>
                </a:solidFill>
                <a:latin typeface="Martel"/>
                <a:ea typeface="Martel"/>
                <a:cs typeface="Martel"/>
                <a:sym typeface="Martel"/>
              </a:defRPr>
            </a:lvl1pPr>
            <a:lvl2pPr lvl="1"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2pPr>
            <a:lvl3pPr lvl="2"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3pPr>
            <a:lvl4pPr lvl="3"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4pPr>
            <a:lvl5pPr lvl="4"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5pPr>
            <a:lvl6pPr lvl="5"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6pPr>
            <a:lvl7pPr lvl="6"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7pPr>
            <a:lvl8pPr lvl="7"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8pPr>
            <a:lvl9pPr lvl="8" rtl="0">
              <a:spcBef>
                <a:spcPts val="0"/>
              </a:spcBef>
              <a:spcAft>
                <a:spcPts val="0"/>
              </a:spcAft>
              <a:buClr>
                <a:schemeClr val="dk1"/>
              </a:buClr>
              <a:buSzPts val="3000"/>
              <a:buFont typeface="Abhaya Libre"/>
              <a:buNone/>
              <a:defRPr sz="3000">
                <a:solidFill>
                  <a:schemeClr val="dk1"/>
                </a:solidFill>
                <a:latin typeface="Abhaya Libre"/>
                <a:ea typeface="Abhaya Libre"/>
                <a:cs typeface="Abhaya Libre"/>
                <a:sym typeface="Abhaya Libre"/>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Open Sans"/>
              <a:buChar char="●"/>
              <a:defRPr>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2752364405"/>
      </p:ext>
    </p:extLst>
  </p:cSld>
  <p:clrMap bg1="lt1" tx1="dk1" bg2="dk2" tx2="lt2" accent1="accent1" accent2="accent2" accent3="accent3" accent4="accent4" accent5="accent5" accent6="accent6" hlink="hlink" folHlink="folHlink"/>
  <p:sldLayoutIdLst>
    <p:sldLayoutId id="2147483970"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5" r:id="rId16"/>
    <p:sldLayoutId id="2147483986" r:id="rId17"/>
    <p:sldLayoutId id="2147483987" r:id="rId18"/>
    <p:sldLayoutId id="2147483988" r:id="rId19"/>
    <p:sldLayoutId id="2147483989" r:id="rId20"/>
    <p:sldLayoutId id="2147483990" r:id="rId21"/>
    <p:sldLayoutId id="2147483991" r:id="rId22"/>
    <p:sldLayoutId id="2147483992" r:id="rId23"/>
    <p:sldLayoutId id="2147483993" r:id="rId24"/>
    <p:sldLayoutId id="2147483994" r:id="rId25"/>
    <p:sldLayoutId id="2147483995" r:id="rId26"/>
    <p:sldLayoutId id="2147483996" r:id="rId27"/>
    <p:sldLayoutId id="2147483997" r:id="rId28"/>
    <p:sldLayoutId id="2147483998" r:id="rId29"/>
    <p:sldLayoutId id="2147483999" r:id="rId30"/>
    <p:sldLayoutId id="2147484000" r:id="rId31"/>
    <p:sldLayoutId id="2147484001" r:id="rId32"/>
    <p:sldLayoutId id="2147484002" r:id="rId33"/>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340">
          <p15:clr>
            <a:srgbClr val="EA4335"/>
          </p15:clr>
        </p15:guide>
        <p15:guide id="2" orient="horz" pos="2900">
          <p15:clr>
            <a:srgbClr val="EA4335"/>
          </p15:clr>
        </p15:guide>
        <p15:guide id="3" pos="449">
          <p15:clr>
            <a:srgbClr val="EA4335"/>
          </p15:clr>
        </p15:guide>
        <p15:guide id="4" pos="5311">
          <p15:clr>
            <a:srgbClr val="EA4335"/>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203"/>
        <p:cNvGrpSpPr/>
        <p:nvPr/>
      </p:nvGrpSpPr>
      <p:grpSpPr>
        <a:xfrm>
          <a:off x="0" y="0"/>
          <a:ext cx="0" cy="0"/>
          <a:chOff x="0" y="0"/>
          <a:chExt cx="0" cy="0"/>
        </a:xfrm>
      </p:grpSpPr>
      <p:sp>
        <p:nvSpPr>
          <p:cNvPr id="204" name="Google Shape;204;p34"/>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205" name="Google Shape;205;p34"/>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3185517049"/>
      </p:ext>
    </p:extLst>
  </p:cSld>
  <p:clrMap bg1="lt1" tx1="dk1" bg2="dk2" tx2="lt2" accent1="accent1" accent2="accent2" accent3="accent3" accent4="accent4" accent5="accent5" accent6="accent6" hlink="hlink" folHlink="folHlink"/>
  <p:sldLayoutIdLst>
    <p:sldLayoutId id="2147484004" r:id="rId1"/>
    <p:sldLayoutId id="2147484005" r:id="rId2"/>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pic>
        <p:nvPicPr>
          <p:cNvPr id="7" name="Bild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uppe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uppe 8"/>
            <p:cNvGrpSpPr/>
            <p:nvPr/>
          </p:nvGrpSpPr>
          <p:grpSpPr>
            <a:xfrm>
              <a:off x="-14288" y="0"/>
              <a:ext cx="1220788" cy="6858001"/>
              <a:chOff x="-14288" y="0"/>
              <a:chExt cx="1220788" cy="6858001"/>
            </a:xfrm>
            <a:grpFill/>
          </p:grpSpPr>
          <p:sp>
            <p:nvSpPr>
              <p:cNvPr id="21" name="Rechteck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p>
            </p:txBody>
          </p:sp>
          <p:sp>
            <p:nvSpPr>
              <p:cNvPr id="22" name="Freihand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3" name="Freihand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4" name="Freihand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5" name="Freihand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6" name="Freihand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7" name="Freihand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8" name="Freihand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9" name="Freihand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0" name="Freihand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1" name="Freihand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2" name="Lini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de-DE"/>
              </a:p>
            </p:txBody>
          </p:sp>
          <p:sp>
            <p:nvSpPr>
              <p:cNvPr id="33" name="Freihand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4" name="Freihand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5" name="Freihand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6" name="Freihand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7" name="Rechteck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p>
            </p:txBody>
          </p:sp>
          <p:sp>
            <p:nvSpPr>
              <p:cNvPr id="38" name="Freihand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39" name="Freihand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0" name="Freihand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1" name="Freihand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2" name="Freihand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3" name="Freihand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4" name="Freihand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5" name="Freihand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6" name="Freihand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47" name="Freihand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grpSp>
        <p:grpSp>
          <p:nvGrpSpPr>
            <p:cNvPr id="10" name="Gruppe 9"/>
            <p:cNvGrpSpPr/>
            <p:nvPr/>
          </p:nvGrpSpPr>
          <p:grpSpPr>
            <a:xfrm>
              <a:off x="11364912" y="0"/>
              <a:ext cx="674688" cy="6848476"/>
              <a:chOff x="11364912" y="0"/>
              <a:chExt cx="674688" cy="6848476"/>
            </a:xfrm>
            <a:grpFill/>
          </p:grpSpPr>
          <p:sp>
            <p:nvSpPr>
              <p:cNvPr id="11" name="Freihand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2" name="Freihand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3" name="Freihand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4" name="Freihand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5" name="Freihand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6" name="Freihand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7" name="Freihand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8" name="Freihand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19" name="Freihand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de-DE"/>
              </a:p>
            </p:txBody>
          </p:sp>
          <p:sp>
            <p:nvSpPr>
              <p:cNvPr id="20" name="Rechteck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de-DE"/>
              </a:p>
            </p:txBody>
          </p:sp>
        </p:grpSp>
      </p:grpSp>
      <p:sp>
        <p:nvSpPr>
          <p:cNvPr id="2" name="Titelplatzhalt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pPr rtl="0"/>
            <a:endParaRPr lang="de-DE" noProof="0"/>
          </a:p>
        </p:txBody>
      </p:sp>
      <p:sp>
        <p:nvSpPr>
          <p:cNvPr id="3" name="Textplatzhalt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rtl="0"/>
            <a:r>
              <a:rPr lang="de-DE" noProof="0" dirty="0"/>
              <a:t>Textmasterformate bearbeiten</a:t>
            </a:r>
          </a:p>
          <a:p>
            <a:pPr lvl="1" rtl="0"/>
            <a:r>
              <a:rPr lang="de-DE" noProof="0" dirty="0"/>
              <a:t>Zweite Ebene</a:t>
            </a:r>
          </a:p>
          <a:p>
            <a:pPr lvl="2" rtl="0"/>
            <a:r>
              <a:rPr lang="de-DE" noProof="0" dirty="0"/>
              <a:t>Dritte Ebene</a:t>
            </a:r>
          </a:p>
          <a:p>
            <a:pPr lvl="3" rtl="0"/>
            <a:r>
              <a:rPr lang="de-DE" noProof="0" dirty="0"/>
              <a:t>Vierte Ebene</a:t>
            </a:r>
          </a:p>
          <a:p>
            <a:pPr lvl="4" rtl="0"/>
            <a:r>
              <a:rPr lang="de-DE" noProof="0" dirty="0"/>
              <a:t>Fünfte Ebene</a:t>
            </a:r>
          </a:p>
        </p:txBody>
      </p:sp>
      <p:sp>
        <p:nvSpPr>
          <p:cNvPr id="4" name="Datumsplatzhalt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EEA0E491-1C9C-471D-9B2D-C17D4E72CADA}" type="datetime1">
              <a:rPr lang="de-DE" noProof="0" smtClean="0"/>
              <a:t>16.03.2026</a:t>
            </a:fld>
            <a:endParaRPr lang="de-DE" noProof="0"/>
          </a:p>
        </p:txBody>
      </p:sp>
      <p:sp>
        <p:nvSpPr>
          <p:cNvPr id="5" name="Fußzeilenplatzhalt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pPr rtl="0"/>
            <a:endParaRPr lang="de-DE" noProof="0"/>
          </a:p>
        </p:txBody>
      </p:sp>
      <p:sp>
        <p:nvSpPr>
          <p:cNvPr id="6" name="Foliennummernplatzhalt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pPr rtl="0"/>
            <a:fld id="{6D22F896-40B5-4ADD-8801-0D06FADFA095}" type="slidenum">
              <a:rPr lang="de-DE" noProof="0" smtClean="0"/>
              <a:pPr rtl="0"/>
              <a:t>‹#›</a:t>
            </a:fld>
            <a:endParaRPr lang="de-DE" noProof="0"/>
          </a:p>
        </p:txBody>
      </p:sp>
    </p:spTree>
    <p:extLst>
      <p:ext uri="{BB962C8B-B14F-4D97-AF65-F5344CB8AC3E}">
        <p14:creationId xmlns:p14="http://schemas.microsoft.com/office/powerpoint/2010/main" val="561085176"/>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2.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6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12.jp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6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6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6.xml"/><Relationship Id="rId1" Type="http://schemas.openxmlformats.org/officeDocument/2006/relationships/slideLayout" Target="../slideLayouts/slideLayout6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7.xml"/><Relationship Id="rId1" Type="http://schemas.openxmlformats.org/officeDocument/2006/relationships/slideLayout" Target="../slideLayouts/slideLayout65.xml"/></Relationships>
</file>

<file path=ppt/slides/_rels/slide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65.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9.xml"/><Relationship Id="rId1" Type="http://schemas.openxmlformats.org/officeDocument/2006/relationships/slideLayout" Target="../slideLayouts/slideLayout6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69.xml"/></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65.xml"/></Relationships>
</file>

<file path=ppt/slides/_rels/slide1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12.xml"/><Relationship Id="rId1" Type="http://schemas.openxmlformats.org/officeDocument/2006/relationships/slideLayout" Target="../slideLayouts/slideLayout65.xml"/></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3.xml"/><Relationship Id="rId1" Type="http://schemas.openxmlformats.org/officeDocument/2006/relationships/slideLayout" Target="../slideLayouts/slideLayout69.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4.xml"/><Relationship Id="rId1" Type="http://schemas.openxmlformats.org/officeDocument/2006/relationships/slideLayout" Target="../slideLayouts/slideLayout69.xml"/></Relationships>
</file>

<file path=ppt/slides/_rels/slide1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15.xml"/><Relationship Id="rId1" Type="http://schemas.openxmlformats.org/officeDocument/2006/relationships/slideLayout" Target="../slideLayouts/slideLayout6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3.xml"/></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7.xml"/><Relationship Id="rId1" Type="http://schemas.openxmlformats.org/officeDocument/2006/relationships/slideLayout" Target="../slideLayouts/slideLayout6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03CF884-CB22-DFEC-5313-A11AE13AC72D}"/>
              </a:ext>
            </a:extLst>
          </p:cNvPr>
          <p:cNvSpPr>
            <a:spLocks noGrp="1"/>
          </p:cNvSpPr>
          <p:nvPr>
            <p:ph type="ctrTitle"/>
          </p:nvPr>
        </p:nvSpPr>
        <p:spPr>
          <a:xfrm>
            <a:off x="1876423" y="1600200"/>
            <a:ext cx="8791575" cy="1193800"/>
          </a:xfrm>
        </p:spPr>
        <p:txBody>
          <a:bodyPr>
            <a:noAutofit/>
          </a:bodyPr>
          <a:lstStyle/>
          <a:p>
            <a:pPr>
              <a:lnSpc>
                <a:spcPct val="100000"/>
              </a:lnSpc>
            </a:pPr>
            <a:r>
              <a:rPr lang="en-US" sz="3200" b="1" dirty="0"/>
              <a:t>Measurement Network Gateway (MNG)</a:t>
            </a:r>
            <a:br>
              <a:rPr lang="en-US" sz="3200" b="1" dirty="0"/>
            </a:br>
            <a:r>
              <a:rPr lang="en-US" sz="3200" b="1" dirty="0"/>
              <a:t>Embedded Linux Server and GUI Application</a:t>
            </a:r>
          </a:p>
        </p:txBody>
      </p:sp>
      <p:sp>
        <p:nvSpPr>
          <p:cNvPr id="10" name="Subtitle 2">
            <a:extLst>
              <a:ext uri="{FF2B5EF4-FFF2-40B4-BE49-F238E27FC236}">
                <a16:creationId xmlns:a16="http://schemas.microsoft.com/office/drawing/2014/main" id="{83BDF282-F0DB-9B43-40B0-FDFE6CAB797F}"/>
              </a:ext>
            </a:extLst>
          </p:cNvPr>
          <p:cNvSpPr>
            <a:spLocks noGrp="1"/>
          </p:cNvSpPr>
          <p:nvPr>
            <p:ph type="subTitle" idx="1"/>
          </p:nvPr>
        </p:nvSpPr>
        <p:spPr>
          <a:xfrm>
            <a:off x="1876423" y="3429000"/>
            <a:ext cx="8791575" cy="1655762"/>
          </a:xfrm>
        </p:spPr>
        <p:txBody>
          <a:bodyPr>
            <a:normAutofit fontScale="92500" lnSpcReduction="20000"/>
          </a:bodyPr>
          <a:lstStyle/>
          <a:p>
            <a:r>
              <a:rPr lang="en-US" dirty="0"/>
              <a:t>Name: </a:t>
            </a:r>
            <a:r>
              <a:rPr lang="en-US" b="1" i="1" dirty="0"/>
              <a:t>Saeed Omidvari - 41490</a:t>
            </a:r>
            <a:br>
              <a:rPr lang="en-US" dirty="0"/>
            </a:br>
            <a:r>
              <a:rPr lang="en-US" dirty="0"/>
              <a:t>Course: </a:t>
            </a:r>
            <a:r>
              <a:rPr lang="en-US" i="1" dirty="0"/>
              <a:t>Embedded Systems Project</a:t>
            </a:r>
            <a:br>
              <a:rPr lang="en-US" dirty="0"/>
            </a:br>
            <a:r>
              <a:rPr lang="en-US" dirty="0"/>
              <a:t>University: </a:t>
            </a:r>
            <a:r>
              <a:rPr lang="en-US" i="1" dirty="0"/>
              <a:t>Hochschule Bremerhaven</a:t>
            </a:r>
            <a:br>
              <a:rPr lang="en-US" dirty="0"/>
            </a:br>
            <a:r>
              <a:rPr lang="en-US" dirty="0"/>
              <a:t>Supervisor: </a:t>
            </a:r>
            <a:r>
              <a:rPr lang="de-DE" b="1" i="1" dirty="0"/>
              <a:t>Prof. Dr.-Ing. Kai Mueller</a:t>
            </a:r>
            <a:r>
              <a:rPr lang="de-DE" i="1" dirty="0"/>
              <a:t> and </a:t>
            </a:r>
            <a:r>
              <a:rPr lang="de-DE" b="1" i="1" dirty="0"/>
              <a:t>Prof. Dr.-Ing. Karsten Peter</a:t>
            </a:r>
            <a:br>
              <a:rPr lang="en-US" dirty="0"/>
            </a:br>
            <a:r>
              <a:rPr lang="en-US" dirty="0"/>
              <a:t>Date </a:t>
            </a:r>
            <a:r>
              <a:rPr lang="de-DE" dirty="0"/>
              <a:t>: 17/03/2026</a:t>
            </a:r>
            <a:endParaRPr lang="en-US" dirty="0"/>
          </a:p>
          <a:p>
            <a:endParaRPr lang="en-US" dirty="0"/>
          </a:p>
        </p:txBody>
      </p:sp>
    </p:spTree>
    <p:extLst>
      <p:ext uri="{BB962C8B-B14F-4D97-AF65-F5344CB8AC3E}">
        <p14:creationId xmlns:p14="http://schemas.microsoft.com/office/powerpoint/2010/main" val="11667457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10FF3-3BEB-2261-2745-DCD3A5CD62F3}"/>
              </a:ext>
            </a:extLst>
          </p:cNvPr>
          <p:cNvSpPr>
            <a:spLocks noGrp="1"/>
          </p:cNvSpPr>
          <p:nvPr>
            <p:ph type="title"/>
          </p:nvPr>
        </p:nvSpPr>
        <p:spPr>
          <a:xfrm>
            <a:off x="1141413" y="618518"/>
            <a:ext cx="9905998" cy="1478570"/>
          </a:xfrm>
        </p:spPr>
        <p:txBody>
          <a:bodyPr anchor="ctr">
            <a:normAutofit/>
          </a:bodyPr>
          <a:lstStyle/>
          <a:p>
            <a:r>
              <a:rPr lang="de-DE" dirty="0"/>
              <a:t>Motivation and Problem Statement</a:t>
            </a:r>
          </a:p>
        </p:txBody>
      </p:sp>
      <p:pic>
        <p:nvPicPr>
          <p:cNvPr id="5" name="Content Placeholder 4" descr="CPU with binary numbers and blueprint">
            <a:extLst>
              <a:ext uri="{FF2B5EF4-FFF2-40B4-BE49-F238E27FC236}">
                <a16:creationId xmlns:a16="http://schemas.microsoft.com/office/drawing/2014/main" id="{0C1E6D36-9E91-6E33-04BE-8E49C4FE7729}"/>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13629" r="8892"/>
          <a:stretch>
            <a:fillRect/>
          </a:stretch>
        </p:blipFill>
        <p:spPr>
          <a:xfrm>
            <a:off x="1141410" y="2249486"/>
            <a:ext cx="4878389" cy="3541714"/>
          </a:xfrm>
          <a:noFill/>
        </p:spPr>
      </p:pic>
      <p:sp>
        <p:nvSpPr>
          <p:cNvPr id="3" name="Content Placeholder 2">
            <a:extLst>
              <a:ext uri="{FF2B5EF4-FFF2-40B4-BE49-F238E27FC236}">
                <a16:creationId xmlns:a16="http://schemas.microsoft.com/office/drawing/2014/main" id="{002DFBE4-52AB-1CF0-8274-0DA4430BEC81}"/>
              </a:ext>
            </a:extLst>
          </p:cNvPr>
          <p:cNvSpPr>
            <a:spLocks noGrp="1"/>
          </p:cNvSpPr>
          <p:nvPr>
            <p:ph sz="half" idx="2"/>
          </p:nvPr>
        </p:nvSpPr>
        <p:spPr>
          <a:xfrm>
            <a:off x="6172200" y="2249486"/>
            <a:ext cx="4875211" cy="3541714"/>
          </a:xfrm>
        </p:spPr>
        <p:txBody>
          <a:bodyPr>
            <a:normAutofit/>
          </a:bodyPr>
          <a:lstStyle/>
          <a:p>
            <a:pPr marL="0" indent="0">
              <a:lnSpc>
                <a:spcPct val="110000"/>
              </a:lnSpc>
              <a:buNone/>
            </a:pPr>
            <a:r>
              <a:rPr lang="en-US" sz="1500" dirty="0"/>
              <a:t>Embedded measurement systems often face several challenges:</a:t>
            </a:r>
          </a:p>
          <a:p>
            <a:pPr>
              <a:lnSpc>
                <a:spcPct val="110000"/>
              </a:lnSpc>
            </a:pPr>
            <a:r>
              <a:rPr lang="en-US" sz="1500" dirty="0"/>
              <a:t>Sensor data must be acquired with stable timing</a:t>
            </a:r>
          </a:p>
          <a:p>
            <a:pPr>
              <a:lnSpc>
                <a:spcPct val="110000"/>
              </a:lnSpc>
            </a:pPr>
            <a:r>
              <a:rPr lang="en-US" sz="1500" dirty="0"/>
              <a:t>Measurements must be accessible remotely</a:t>
            </a:r>
          </a:p>
          <a:p>
            <a:pPr>
              <a:lnSpc>
                <a:spcPct val="110000"/>
              </a:lnSpc>
            </a:pPr>
            <a:r>
              <a:rPr lang="en-US" sz="1500" dirty="0"/>
              <a:t>Efficient network transmission is required</a:t>
            </a:r>
          </a:p>
          <a:p>
            <a:pPr>
              <a:lnSpc>
                <a:spcPct val="110000"/>
              </a:lnSpc>
            </a:pPr>
            <a:r>
              <a:rPr lang="en-US" sz="1500" dirty="0"/>
              <a:t>Real-time monitoring and visualization are necessary</a:t>
            </a:r>
          </a:p>
          <a:p>
            <a:pPr marL="0" indent="0">
              <a:lnSpc>
                <a:spcPct val="110000"/>
              </a:lnSpc>
              <a:buNone/>
            </a:pPr>
            <a:r>
              <a:rPr lang="en-US" sz="1500" b="1" dirty="0"/>
              <a:t>Goal:</a:t>
            </a:r>
            <a:br>
              <a:rPr lang="en-US" sz="1500" dirty="0"/>
            </a:br>
            <a:r>
              <a:rPr lang="en-US" sz="1500" dirty="0"/>
              <a:t>Create a gateway system that reliably transfers measurement data from embedded hardware to a control computer</a:t>
            </a:r>
          </a:p>
          <a:p>
            <a:pPr marL="0" indent="0">
              <a:lnSpc>
                <a:spcPct val="110000"/>
              </a:lnSpc>
              <a:buNone/>
            </a:pPr>
            <a:endParaRPr lang="en-US" sz="1500" dirty="0"/>
          </a:p>
          <a:p>
            <a:pPr>
              <a:lnSpc>
                <a:spcPct val="110000"/>
              </a:lnSpc>
            </a:pPr>
            <a:endParaRPr lang="en-US" sz="1500" dirty="0"/>
          </a:p>
          <a:p>
            <a:pPr>
              <a:lnSpc>
                <a:spcPct val="110000"/>
              </a:lnSpc>
            </a:pPr>
            <a:endParaRPr lang="de-DE" sz="1500" dirty="0"/>
          </a:p>
        </p:txBody>
      </p:sp>
    </p:spTree>
    <p:extLst>
      <p:ext uri="{BB962C8B-B14F-4D97-AF65-F5344CB8AC3E}">
        <p14:creationId xmlns:p14="http://schemas.microsoft.com/office/powerpoint/2010/main" val="32021771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9999F-5C73-4AEF-432D-18C167C441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2DDC7A-22FA-809F-F49C-B722EF81CB4A}"/>
              </a:ext>
            </a:extLst>
          </p:cNvPr>
          <p:cNvSpPr>
            <a:spLocks noGrp="1"/>
          </p:cNvSpPr>
          <p:nvPr>
            <p:ph type="title"/>
          </p:nvPr>
        </p:nvSpPr>
        <p:spPr>
          <a:xfrm>
            <a:off x="1141413" y="618518"/>
            <a:ext cx="9905998" cy="1478570"/>
          </a:xfrm>
        </p:spPr>
        <p:txBody>
          <a:bodyPr anchor="ctr">
            <a:normAutofit/>
          </a:bodyPr>
          <a:lstStyle/>
          <a:p>
            <a:r>
              <a:rPr lang="de-DE" b="1"/>
              <a:t>Project </a:t>
            </a:r>
            <a:r>
              <a:rPr lang="de-DE" b="1" err="1"/>
              <a:t>Objectives</a:t>
            </a:r>
            <a:endParaRPr lang="de-DE" b="1"/>
          </a:p>
        </p:txBody>
      </p:sp>
      <p:graphicFrame>
        <p:nvGraphicFramePr>
          <p:cNvPr id="5" name="Content Placeholder 2">
            <a:extLst>
              <a:ext uri="{FF2B5EF4-FFF2-40B4-BE49-F238E27FC236}">
                <a16:creationId xmlns:a16="http://schemas.microsoft.com/office/drawing/2014/main" id="{1F73C94B-E6BD-2CC3-286B-8AEF242BD193}"/>
              </a:ext>
            </a:extLst>
          </p:cNvPr>
          <p:cNvGraphicFramePr>
            <a:graphicFrameLocks noGrp="1"/>
          </p:cNvGraphicFramePr>
          <p:nvPr>
            <p:ph idx="1"/>
            <p:extLst>
              <p:ext uri="{D42A27DB-BD31-4B8C-83A1-F6EECF244321}">
                <p14:modId xmlns:p14="http://schemas.microsoft.com/office/powerpoint/2010/main" val="1372713860"/>
              </p:ext>
            </p:extLst>
          </p:nvPr>
        </p:nvGraphicFramePr>
        <p:xfrm>
          <a:off x="1141412" y="2249487"/>
          <a:ext cx="9905999" cy="35417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985374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B3E52-D13C-4543-53EA-F3857B646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5F38F-DF1B-D543-58F6-B7A5C64469D8}"/>
              </a:ext>
            </a:extLst>
          </p:cNvPr>
          <p:cNvSpPr>
            <a:spLocks noGrp="1"/>
          </p:cNvSpPr>
          <p:nvPr>
            <p:ph type="title"/>
          </p:nvPr>
        </p:nvSpPr>
        <p:spPr>
          <a:xfrm>
            <a:off x="1305686" y="338587"/>
            <a:ext cx="8856728" cy="905057"/>
          </a:xfrm>
        </p:spPr>
        <p:txBody>
          <a:bodyPr>
            <a:normAutofit/>
          </a:bodyPr>
          <a:lstStyle/>
          <a:p>
            <a:r>
              <a:rPr lang="de-DE" b="1" dirty="0">
                <a:solidFill>
                  <a:schemeClr val="tx1"/>
                </a:solidFill>
              </a:rPr>
              <a:t>System Architecture </a:t>
            </a:r>
            <a:r>
              <a:rPr lang="de-DE" b="1" dirty="0" err="1">
                <a:solidFill>
                  <a:schemeClr val="tx1"/>
                </a:solidFill>
              </a:rPr>
              <a:t>Overview</a:t>
            </a:r>
            <a:endParaRPr lang="de-DE" b="1" dirty="0">
              <a:solidFill>
                <a:schemeClr val="tx1"/>
              </a:solidFill>
            </a:endParaRPr>
          </a:p>
        </p:txBody>
      </p:sp>
      <p:graphicFrame>
        <p:nvGraphicFramePr>
          <p:cNvPr id="5" name="Content Placeholder 2">
            <a:extLst>
              <a:ext uri="{FF2B5EF4-FFF2-40B4-BE49-F238E27FC236}">
                <a16:creationId xmlns:a16="http://schemas.microsoft.com/office/drawing/2014/main" id="{24A28D3F-0C5A-2A1A-0041-3E1DD2769AE8}"/>
              </a:ext>
            </a:extLst>
          </p:cNvPr>
          <p:cNvGraphicFramePr>
            <a:graphicFrameLocks noGrp="1"/>
          </p:cNvGraphicFramePr>
          <p:nvPr>
            <p:ph idx="1"/>
            <p:extLst>
              <p:ext uri="{D42A27DB-BD31-4B8C-83A1-F6EECF244321}">
                <p14:modId xmlns:p14="http://schemas.microsoft.com/office/powerpoint/2010/main" val="3217576108"/>
              </p:ext>
            </p:extLst>
          </p:nvPr>
        </p:nvGraphicFramePr>
        <p:xfrm>
          <a:off x="1620013" y="2096115"/>
          <a:ext cx="4083387" cy="34671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a:extLst>
              <a:ext uri="{FF2B5EF4-FFF2-40B4-BE49-F238E27FC236}">
                <a16:creationId xmlns:a16="http://schemas.microsoft.com/office/drawing/2014/main" id="{D46636EF-E757-B698-3343-3B68FA19E77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88601" y="1243644"/>
            <a:ext cx="4397713" cy="5123803"/>
          </a:xfrm>
          <a:prstGeom prst="rect">
            <a:avLst/>
          </a:prstGeom>
        </p:spPr>
      </p:pic>
    </p:spTree>
    <p:extLst>
      <p:ext uri="{BB962C8B-B14F-4D97-AF65-F5344CB8AC3E}">
        <p14:creationId xmlns:p14="http://schemas.microsoft.com/office/powerpoint/2010/main" val="10493765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90F23-0D70-F215-C6EB-130B3930A5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BEACC-772C-76AB-9CF0-AA85A92BE009}"/>
              </a:ext>
            </a:extLst>
          </p:cNvPr>
          <p:cNvSpPr>
            <a:spLocks noGrp="1"/>
          </p:cNvSpPr>
          <p:nvPr>
            <p:ph type="title"/>
          </p:nvPr>
        </p:nvSpPr>
        <p:spPr/>
        <p:txBody>
          <a:bodyPr>
            <a:normAutofit/>
          </a:bodyPr>
          <a:lstStyle/>
          <a:p>
            <a:r>
              <a:rPr lang="de-DE" b="1" dirty="0"/>
              <a:t>Hardware </a:t>
            </a:r>
            <a:r>
              <a:rPr lang="de-DE" b="1" dirty="0" err="1"/>
              <a:t>Platform</a:t>
            </a:r>
            <a:endParaRPr lang="de-DE" b="1" dirty="0"/>
          </a:p>
        </p:txBody>
      </p:sp>
      <p:graphicFrame>
        <p:nvGraphicFramePr>
          <p:cNvPr id="12" name="Content Placeholder 2">
            <a:extLst>
              <a:ext uri="{FF2B5EF4-FFF2-40B4-BE49-F238E27FC236}">
                <a16:creationId xmlns:a16="http://schemas.microsoft.com/office/drawing/2014/main" id="{93A558E9-1CD5-1239-2164-B585A2D87E2B}"/>
              </a:ext>
            </a:extLst>
          </p:cNvPr>
          <p:cNvGraphicFramePr>
            <a:graphicFrameLocks noGrp="1"/>
          </p:cNvGraphicFramePr>
          <p:nvPr>
            <p:ph idx="1"/>
            <p:extLst>
              <p:ext uri="{D42A27DB-BD31-4B8C-83A1-F6EECF244321}">
                <p14:modId xmlns:p14="http://schemas.microsoft.com/office/powerpoint/2010/main" val="3794700964"/>
              </p:ext>
            </p:extLst>
          </p:nvPr>
        </p:nvGraphicFramePr>
        <p:xfrm>
          <a:off x="1141411" y="2440771"/>
          <a:ext cx="9905999" cy="35848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8572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2BF31-6A9D-DEEA-ED22-8A8F798F62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488D48-8F42-1313-9D0A-5EA7B8F66050}"/>
              </a:ext>
            </a:extLst>
          </p:cNvPr>
          <p:cNvSpPr>
            <a:spLocks noGrp="1"/>
          </p:cNvSpPr>
          <p:nvPr>
            <p:ph type="title"/>
          </p:nvPr>
        </p:nvSpPr>
        <p:spPr/>
        <p:txBody>
          <a:bodyPr>
            <a:normAutofit/>
          </a:bodyPr>
          <a:lstStyle/>
          <a:p>
            <a:r>
              <a:rPr lang="de-DE" altLang="de-DE" b="1" cap="none">
                <a:latin typeface="Arial" panose="020B0604020202020204" pitchFamily="34" charset="0"/>
              </a:rPr>
              <a:t>System Software Architecture</a:t>
            </a:r>
            <a:br>
              <a:rPr lang="de-DE" altLang="de-DE" cap="none">
                <a:latin typeface="Arial" panose="020B0604020202020204" pitchFamily="34" charset="0"/>
              </a:rPr>
            </a:br>
            <a:endParaRPr lang="de-DE"/>
          </a:p>
        </p:txBody>
      </p:sp>
      <p:graphicFrame>
        <p:nvGraphicFramePr>
          <p:cNvPr id="16" name="Rectangle 1">
            <a:extLst>
              <a:ext uri="{FF2B5EF4-FFF2-40B4-BE49-F238E27FC236}">
                <a16:creationId xmlns:a16="http://schemas.microsoft.com/office/drawing/2014/main" id="{0A151FA0-9B9C-72D1-E72A-24E0526B5A16}"/>
              </a:ext>
            </a:extLst>
          </p:cNvPr>
          <p:cNvGraphicFramePr>
            <a:graphicFrameLocks noGrp="1"/>
          </p:cNvGraphicFramePr>
          <p:nvPr>
            <p:ph idx="1"/>
            <p:extLst>
              <p:ext uri="{D42A27DB-BD31-4B8C-83A1-F6EECF244321}">
                <p14:modId xmlns:p14="http://schemas.microsoft.com/office/powerpoint/2010/main" val="3758236620"/>
              </p:ext>
            </p:extLst>
          </p:nvPr>
        </p:nvGraphicFramePr>
        <p:xfrm>
          <a:off x="1096963" y="2098515"/>
          <a:ext cx="10058400" cy="37860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21375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6A1D20C7-EB3D-6420-45BD-FC8340DB8097}"/>
              </a:ext>
            </a:extLst>
          </p:cNvPr>
          <p:cNvSpPr>
            <a:spLocks noGrp="1"/>
          </p:cNvSpPr>
          <p:nvPr>
            <p:ph type="title"/>
          </p:nvPr>
        </p:nvSpPr>
        <p:spPr>
          <a:xfrm>
            <a:off x="1141413" y="618518"/>
            <a:ext cx="9905998" cy="1478570"/>
          </a:xfrm>
        </p:spPr>
        <p:txBody>
          <a:bodyPr anchor="ctr">
            <a:normAutofit/>
          </a:bodyPr>
          <a:lstStyle/>
          <a:p>
            <a:r>
              <a:rPr lang="de-DE" altLang="de-DE" b="1" cap="none" dirty="0"/>
              <a:t>Server Architecture</a:t>
            </a:r>
            <a:endParaRPr lang="en-US" dirty="0"/>
          </a:p>
        </p:txBody>
      </p:sp>
      <p:sp>
        <p:nvSpPr>
          <p:cNvPr id="12" name="Text Placeholder 3">
            <a:extLst>
              <a:ext uri="{FF2B5EF4-FFF2-40B4-BE49-F238E27FC236}">
                <a16:creationId xmlns:a16="http://schemas.microsoft.com/office/drawing/2014/main" id="{38E53621-D04D-0BB9-448E-B8ACB79A31C0}"/>
              </a:ext>
            </a:extLst>
          </p:cNvPr>
          <p:cNvSpPr>
            <a:spLocks noGrp="1"/>
          </p:cNvSpPr>
          <p:nvPr>
            <p:ph sz="half" idx="1"/>
          </p:nvPr>
        </p:nvSpPr>
        <p:spPr>
          <a:xfrm>
            <a:off x="1141410" y="2249486"/>
            <a:ext cx="4878389" cy="3541714"/>
          </a:xfrm>
        </p:spPr>
        <p:txBody>
          <a:bodyPr>
            <a:normAutofit/>
          </a:bodyPr>
          <a:lstStyle/>
          <a:p>
            <a:pPr lvl="0">
              <a:lnSpc>
                <a:spcPct val="110000"/>
              </a:lnSpc>
            </a:pPr>
            <a:r>
              <a:rPr lang="de-DE" sz="1700" dirty="0"/>
              <a:t>Sensor </a:t>
            </a:r>
            <a:r>
              <a:rPr lang="de-DE" sz="1700" dirty="0" err="1"/>
              <a:t>thread</a:t>
            </a:r>
            <a:r>
              <a:rPr lang="de-DE" sz="1700" dirty="0"/>
              <a:t> – </a:t>
            </a:r>
            <a:r>
              <a:rPr lang="de-DE" sz="1700" dirty="0" err="1"/>
              <a:t>acquires</a:t>
            </a:r>
            <a:r>
              <a:rPr lang="de-DE" sz="1700" dirty="0"/>
              <a:t> </a:t>
            </a:r>
            <a:r>
              <a:rPr lang="de-DE" sz="1700" dirty="0" err="1"/>
              <a:t>measurement</a:t>
            </a:r>
            <a:r>
              <a:rPr lang="de-DE" sz="1700" dirty="0"/>
              <a:t> </a:t>
            </a:r>
            <a:r>
              <a:rPr lang="de-DE" sz="1700" dirty="0" err="1"/>
              <a:t>data</a:t>
            </a:r>
            <a:r>
              <a:rPr lang="de-DE" sz="1700" dirty="0"/>
              <a:t> </a:t>
            </a:r>
            <a:r>
              <a:rPr lang="de-DE" sz="1700" dirty="0" err="1"/>
              <a:t>from</a:t>
            </a:r>
            <a:r>
              <a:rPr lang="de-DE" sz="1700" dirty="0"/>
              <a:t> </a:t>
            </a:r>
            <a:r>
              <a:rPr lang="de-DE" sz="1700" dirty="0" err="1"/>
              <a:t>sensors</a:t>
            </a:r>
            <a:endParaRPr lang="en-US" sz="1700" dirty="0"/>
          </a:p>
          <a:p>
            <a:pPr lvl="0">
              <a:lnSpc>
                <a:spcPct val="110000"/>
              </a:lnSpc>
            </a:pPr>
            <a:r>
              <a:rPr lang="de-DE" sz="1700" dirty="0"/>
              <a:t>TCP </a:t>
            </a:r>
            <a:r>
              <a:rPr lang="de-DE" sz="1700" dirty="0" err="1"/>
              <a:t>thread</a:t>
            </a:r>
            <a:r>
              <a:rPr lang="de-DE" sz="1700" dirty="0"/>
              <a:t> – </a:t>
            </a:r>
            <a:r>
              <a:rPr lang="de-DE" sz="1700" dirty="0" err="1"/>
              <a:t>handles</a:t>
            </a:r>
            <a:r>
              <a:rPr lang="de-DE" sz="1700" dirty="0"/>
              <a:t> </a:t>
            </a:r>
            <a:r>
              <a:rPr lang="de-DE" sz="1700" dirty="0" err="1"/>
              <a:t>communication</a:t>
            </a:r>
            <a:r>
              <a:rPr lang="de-DE" sz="1700" dirty="0"/>
              <a:t> </a:t>
            </a:r>
            <a:r>
              <a:rPr lang="de-DE" sz="1700" dirty="0" err="1"/>
              <a:t>with</a:t>
            </a:r>
            <a:r>
              <a:rPr lang="de-DE" sz="1700" dirty="0"/>
              <a:t> </a:t>
            </a:r>
            <a:r>
              <a:rPr lang="de-DE" sz="1700" dirty="0" err="1"/>
              <a:t>the</a:t>
            </a:r>
            <a:r>
              <a:rPr lang="de-DE" sz="1700" dirty="0"/>
              <a:t> </a:t>
            </a:r>
            <a:r>
              <a:rPr lang="de-DE" sz="1700" dirty="0" err="1"/>
              <a:t>client</a:t>
            </a:r>
            <a:endParaRPr lang="en-US" sz="1700" dirty="0"/>
          </a:p>
          <a:p>
            <a:pPr lvl="0">
              <a:lnSpc>
                <a:spcPct val="110000"/>
              </a:lnSpc>
            </a:pPr>
            <a:r>
              <a:rPr lang="de-DE" sz="1700" dirty="0"/>
              <a:t>Main </a:t>
            </a:r>
            <a:r>
              <a:rPr lang="de-DE" sz="1700" dirty="0" err="1"/>
              <a:t>thread</a:t>
            </a:r>
            <a:r>
              <a:rPr lang="de-DE" sz="1700" dirty="0"/>
              <a:t> – </a:t>
            </a:r>
            <a:r>
              <a:rPr lang="de-DE" sz="1700" dirty="0" err="1"/>
              <a:t>manages</a:t>
            </a:r>
            <a:r>
              <a:rPr lang="de-DE" sz="1700" dirty="0"/>
              <a:t> </a:t>
            </a:r>
            <a:r>
              <a:rPr lang="de-DE" sz="1700" dirty="0" err="1"/>
              <a:t>initialization</a:t>
            </a:r>
            <a:r>
              <a:rPr lang="de-DE" sz="1700" dirty="0"/>
              <a:t> and </a:t>
            </a:r>
            <a:r>
              <a:rPr lang="de-DE" sz="1700" dirty="0" err="1"/>
              <a:t>system</a:t>
            </a:r>
            <a:r>
              <a:rPr lang="de-DE" sz="1700" dirty="0"/>
              <a:t> </a:t>
            </a:r>
            <a:r>
              <a:rPr lang="de-DE" sz="1700" dirty="0" err="1"/>
              <a:t>control</a:t>
            </a:r>
            <a:endParaRPr lang="en-US" sz="1700" dirty="0"/>
          </a:p>
          <a:p>
            <a:pPr lvl="0">
              <a:lnSpc>
                <a:spcPct val="110000"/>
              </a:lnSpc>
            </a:pPr>
            <a:r>
              <a:rPr lang="de-DE" sz="1700" dirty="0"/>
              <a:t>A </a:t>
            </a:r>
            <a:r>
              <a:rPr lang="de-DE" sz="1700" dirty="0" err="1"/>
              <a:t>shared</a:t>
            </a:r>
            <a:r>
              <a:rPr lang="de-DE" sz="1700" dirty="0"/>
              <a:t> ring </a:t>
            </a:r>
            <a:r>
              <a:rPr lang="de-DE" sz="1700" dirty="0" err="1"/>
              <a:t>buffer</a:t>
            </a:r>
            <a:r>
              <a:rPr lang="de-DE" sz="1700" dirty="0"/>
              <a:t> </a:t>
            </a:r>
            <a:r>
              <a:rPr lang="de-DE" sz="1700" dirty="0" err="1"/>
              <a:t>is</a:t>
            </a:r>
            <a:r>
              <a:rPr lang="de-DE" sz="1700" dirty="0"/>
              <a:t> </a:t>
            </a:r>
            <a:r>
              <a:rPr lang="de-DE" sz="1700" dirty="0" err="1"/>
              <a:t>used</a:t>
            </a:r>
            <a:r>
              <a:rPr lang="de-DE" sz="1700" dirty="0"/>
              <a:t> </a:t>
            </a:r>
            <a:r>
              <a:rPr lang="de-DE" sz="1700" dirty="0" err="1"/>
              <a:t>to</a:t>
            </a:r>
            <a:r>
              <a:rPr lang="de-DE" sz="1700" dirty="0"/>
              <a:t> </a:t>
            </a:r>
            <a:r>
              <a:rPr lang="de-DE" sz="1700" dirty="0" err="1"/>
              <a:t>store</a:t>
            </a:r>
            <a:r>
              <a:rPr lang="de-DE" sz="1700" dirty="0"/>
              <a:t> </a:t>
            </a:r>
            <a:r>
              <a:rPr lang="de-DE" sz="1700" dirty="0" err="1"/>
              <a:t>measurement</a:t>
            </a:r>
            <a:r>
              <a:rPr lang="de-DE" sz="1700" dirty="0"/>
              <a:t> </a:t>
            </a:r>
            <a:r>
              <a:rPr lang="de-DE" sz="1700" dirty="0" err="1"/>
              <a:t>samples</a:t>
            </a:r>
            <a:r>
              <a:rPr lang="de-DE" sz="1700" dirty="0"/>
              <a:t> </a:t>
            </a:r>
            <a:r>
              <a:rPr lang="de-DE" sz="1700" dirty="0" err="1"/>
              <a:t>between</a:t>
            </a:r>
            <a:r>
              <a:rPr lang="de-DE" sz="1700" dirty="0"/>
              <a:t> </a:t>
            </a:r>
            <a:r>
              <a:rPr lang="de-DE" sz="1700" dirty="0" err="1"/>
              <a:t>the</a:t>
            </a:r>
            <a:r>
              <a:rPr lang="de-DE" sz="1700" dirty="0"/>
              <a:t> </a:t>
            </a:r>
            <a:r>
              <a:rPr lang="de-DE" sz="1700" dirty="0" err="1"/>
              <a:t>sensor</a:t>
            </a:r>
            <a:r>
              <a:rPr lang="de-DE" sz="1700" dirty="0"/>
              <a:t> </a:t>
            </a:r>
            <a:r>
              <a:rPr lang="de-DE" sz="1700" dirty="0" err="1"/>
              <a:t>acquisition</a:t>
            </a:r>
            <a:r>
              <a:rPr lang="de-DE" sz="1700" dirty="0"/>
              <a:t> </a:t>
            </a:r>
            <a:r>
              <a:rPr lang="de-DE" sz="1700" dirty="0" err="1"/>
              <a:t>thread</a:t>
            </a:r>
            <a:r>
              <a:rPr lang="de-DE" sz="1700" dirty="0"/>
              <a:t> and </a:t>
            </a:r>
            <a:r>
              <a:rPr lang="de-DE" sz="1700" dirty="0" err="1"/>
              <a:t>the</a:t>
            </a:r>
            <a:r>
              <a:rPr lang="de-DE" sz="1700" dirty="0"/>
              <a:t> network </a:t>
            </a:r>
            <a:r>
              <a:rPr lang="de-DE" sz="1700" dirty="0" err="1"/>
              <a:t>transmission</a:t>
            </a:r>
            <a:r>
              <a:rPr lang="de-DE" sz="1700" dirty="0"/>
              <a:t> </a:t>
            </a:r>
            <a:r>
              <a:rPr lang="de-DE" sz="1700" dirty="0" err="1"/>
              <a:t>thread</a:t>
            </a:r>
            <a:r>
              <a:rPr lang="de-DE" sz="1700" dirty="0"/>
              <a:t>.</a:t>
            </a:r>
            <a:endParaRPr lang="en-US" sz="1700" dirty="0"/>
          </a:p>
          <a:p>
            <a:pPr>
              <a:lnSpc>
                <a:spcPct val="110000"/>
              </a:lnSpc>
            </a:pPr>
            <a:endParaRPr lang="en-US" sz="1700" dirty="0"/>
          </a:p>
        </p:txBody>
      </p:sp>
      <p:pic>
        <p:nvPicPr>
          <p:cNvPr id="7" name="Picture Placeholder 6">
            <a:extLst>
              <a:ext uri="{FF2B5EF4-FFF2-40B4-BE49-F238E27FC236}">
                <a16:creationId xmlns:a16="http://schemas.microsoft.com/office/drawing/2014/main" id="{5918CBE0-CEC5-F4CE-155D-E20BEA81AC1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l="5679" r="5679"/>
          <a:stretch/>
        </p:blipFill>
        <p:spPr>
          <a:xfrm>
            <a:off x="6172203" y="584458"/>
            <a:ext cx="4981572" cy="5689083"/>
          </a:xfrm>
          <a:prstGeom prst="round2DiagRect">
            <a:avLst>
              <a:gd name="adj1" fmla="val 5608"/>
              <a:gd name="adj2" fmla="val 0"/>
            </a:avLst>
          </a:prstGeom>
          <a:noFill/>
          <a:ln w="19050" cap="sq">
            <a:solidFill>
              <a:srgbClr val="335B74">
                <a:lumMod val="60000"/>
                <a:lumOff val="40000"/>
                <a:alpha val="60000"/>
              </a:srgb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1634779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E083F78-7679-C2CB-37C1-8CFF3B8637CF}"/>
              </a:ext>
            </a:extLst>
          </p:cNvPr>
          <p:cNvSpPr>
            <a:spLocks noGrp="1"/>
          </p:cNvSpPr>
          <p:nvPr>
            <p:ph type="title"/>
          </p:nvPr>
        </p:nvSpPr>
        <p:spPr>
          <a:xfrm>
            <a:off x="1141413" y="618518"/>
            <a:ext cx="9905998" cy="1478570"/>
          </a:xfrm>
        </p:spPr>
        <p:txBody>
          <a:bodyPr anchor="ctr">
            <a:normAutofit/>
          </a:bodyPr>
          <a:lstStyle/>
          <a:p>
            <a:r>
              <a:rPr lang="de-DE" altLang="de-DE" b="1" cap="none"/>
              <a:t>Sensor Sampling and Timing Model</a:t>
            </a:r>
            <a:endParaRPr lang="en-US"/>
          </a:p>
        </p:txBody>
      </p:sp>
      <p:sp>
        <p:nvSpPr>
          <p:cNvPr id="12" name="Text Placeholder 3">
            <a:extLst>
              <a:ext uri="{FF2B5EF4-FFF2-40B4-BE49-F238E27FC236}">
                <a16:creationId xmlns:a16="http://schemas.microsoft.com/office/drawing/2014/main" id="{5D16F22D-A076-73DE-99C9-C173176B50DA}"/>
              </a:ext>
            </a:extLst>
          </p:cNvPr>
          <p:cNvSpPr>
            <a:spLocks noGrp="1"/>
          </p:cNvSpPr>
          <p:nvPr>
            <p:ph sz="half" idx="1"/>
          </p:nvPr>
        </p:nvSpPr>
        <p:spPr>
          <a:xfrm>
            <a:off x="1141410" y="2249486"/>
            <a:ext cx="4878389" cy="3541714"/>
          </a:xfrm>
        </p:spPr>
        <p:txBody>
          <a:bodyPr>
            <a:normAutofit/>
          </a:bodyPr>
          <a:lstStyle/>
          <a:p>
            <a:pPr marL="0" lvl="0" indent="0" eaLnBrk="0" fontAlgn="base" hangingPunct="0">
              <a:lnSpc>
                <a:spcPct val="110000"/>
              </a:lnSpc>
              <a:spcBef>
                <a:spcPct val="0"/>
              </a:spcBef>
              <a:spcAft>
                <a:spcPts val="600"/>
              </a:spcAft>
              <a:buSzTx/>
              <a:buNone/>
            </a:pPr>
            <a:r>
              <a:rPr lang="de-DE" altLang="de-DE" sz="1300" dirty="0"/>
              <a:t>The MNG </a:t>
            </a:r>
            <a:r>
              <a:rPr lang="de-DE" altLang="de-DE" sz="1300" dirty="0" err="1"/>
              <a:t>server</a:t>
            </a:r>
            <a:r>
              <a:rPr lang="de-DE" altLang="de-DE" sz="1300" dirty="0"/>
              <a:t> </a:t>
            </a:r>
            <a:r>
              <a:rPr lang="de-DE" altLang="de-DE" sz="1300" dirty="0" err="1"/>
              <a:t>uses</a:t>
            </a:r>
            <a:r>
              <a:rPr lang="de-DE" altLang="de-DE" sz="1300" dirty="0"/>
              <a:t> a </a:t>
            </a:r>
            <a:r>
              <a:rPr lang="de-DE" altLang="de-DE" sz="1300" dirty="0" err="1"/>
              <a:t>periodic</a:t>
            </a:r>
            <a:r>
              <a:rPr lang="de-DE" altLang="de-DE" sz="1300" dirty="0"/>
              <a:t> </a:t>
            </a:r>
            <a:r>
              <a:rPr lang="de-DE" altLang="de-DE" sz="1300" dirty="0" err="1"/>
              <a:t>timing</a:t>
            </a:r>
            <a:r>
              <a:rPr lang="de-DE" altLang="de-DE" sz="1300" dirty="0"/>
              <a:t> </a:t>
            </a:r>
            <a:r>
              <a:rPr lang="de-DE" altLang="de-DE" sz="1300" dirty="0" err="1"/>
              <a:t>model</a:t>
            </a:r>
            <a:r>
              <a:rPr lang="de-DE" altLang="de-DE" sz="1300" dirty="0"/>
              <a:t> </a:t>
            </a:r>
            <a:r>
              <a:rPr lang="de-DE" altLang="de-DE" sz="1300" dirty="0" err="1"/>
              <a:t>for</a:t>
            </a:r>
            <a:r>
              <a:rPr lang="de-DE" altLang="de-DE" sz="1300" dirty="0"/>
              <a:t> </a:t>
            </a:r>
            <a:r>
              <a:rPr lang="de-DE" altLang="de-DE" sz="1300" dirty="0" err="1"/>
              <a:t>sensor</a:t>
            </a:r>
            <a:r>
              <a:rPr lang="de-DE" altLang="de-DE" sz="1300" dirty="0"/>
              <a:t> </a:t>
            </a:r>
            <a:r>
              <a:rPr lang="de-DE" altLang="de-DE" sz="1300" dirty="0" err="1"/>
              <a:t>acquisition</a:t>
            </a:r>
            <a:r>
              <a:rPr lang="de-DE" altLang="de-DE" sz="1300" dirty="0"/>
              <a:t>.</a:t>
            </a:r>
          </a:p>
          <a:p>
            <a:pPr lvl="0" eaLnBrk="0" fontAlgn="base" hangingPunct="0">
              <a:lnSpc>
                <a:spcPct val="110000"/>
              </a:lnSpc>
              <a:spcBef>
                <a:spcPct val="0"/>
              </a:spcBef>
              <a:spcAft>
                <a:spcPts val="600"/>
              </a:spcAft>
              <a:buSzTx/>
            </a:pPr>
            <a:endParaRPr lang="de-DE" altLang="de-DE" sz="1300" dirty="0"/>
          </a:p>
          <a:p>
            <a:pPr marL="0" lvl="0" indent="0" eaLnBrk="0" fontAlgn="base" hangingPunct="0">
              <a:lnSpc>
                <a:spcPct val="110000"/>
              </a:lnSpc>
              <a:spcBef>
                <a:spcPct val="0"/>
              </a:spcBef>
              <a:spcAft>
                <a:spcPts val="600"/>
              </a:spcAft>
              <a:buSzTx/>
              <a:buNone/>
            </a:pPr>
            <a:r>
              <a:rPr lang="de-DE" altLang="de-DE" sz="1300" dirty="0"/>
              <a:t>Key </a:t>
            </a:r>
            <a:r>
              <a:rPr lang="de-DE" altLang="de-DE" sz="1300" dirty="0" err="1"/>
              <a:t>concepts</a:t>
            </a:r>
            <a:r>
              <a:rPr lang="de-DE" altLang="de-DE" sz="1300" dirty="0"/>
              <a:t>:</a:t>
            </a:r>
          </a:p>
          <a:p>
            <a:pPr lvl="0" eaLnBrk="0" fontAlgn="base" hangingPunct="0">
              <a:lnSpc>
                <a:spcPct val="110000"/>
              </a:lnSpc>
              <a:spcBef>
                <a:spcPct val="0"/>
              </a:spcBef>
              <a:spcAft>
                <a:spcPts val="600"/>
              </a:spcAft>
              <a:buSzTx/>
            </a:pPr>
            <a:endParaRPr lang="de-DE" altLang="de-DE" sz="1300" dirty="0"/>
          </a:p>
          <a:p>
            <a:pPr marL="0" lvl="0" indent="0" eaLnBrk="0" fontAlgn="base" hangingPunct="0">
              <a:lnSpc>
                <a:spcPct val="110000"/>
              </a:lnSpc>
              <a:spcBef>
                <a:spcPct val="0"/>
              </a:spcBef>
              <a:spcAft>
                <a:spcPts val="600"/>
              </a:spcAft>
              <a:buSzTx/>
              <a:buNone/>
            </a:pPr>
            <a:r>
              <a:rPr lang="de-DE" altLang="de-DE" sz="1300" dirty="0"/>
              <a:t>• Base </a:t>
            </a:r>
            <a:r>
              <a:rPr lang="de-DE" altLang="de-DE" sz="1300" dirty="0" err="1"/>
              <a:t>timing</a:t>
            </a:r>
            <a:r>
              <a:rPr lang="de-DE" altLang="de-DE" sz="1300" dirty="0"/>
              <a:t> loop </a:t>
            </a:r>
            <a:r>
              <a:rPr lang="de-DE" altLang="de-DE" sz="1300" dirty="0" err="1"/>
              <a:t>running</a:t>
            </a:r>
            <a:r>
              <a:rPr lang="de-DE" altLang="de-DE" sz="1300" dirty="0"/>
              <a:t> at 1 kHz</a:t>
            </a:r>
            <a:br>
              <a:rPr lang="de-DE" altLang="de-DE" sz="1300" dirty="0"/>
            </a:br>
            <a:r>
              <a:rPr lang="de-DE" altLang="de-DE" sz="1300" dirty="0"/>
              <a:t>• Individual </a:t>
            </a:r>
            <a:r>
              <a:rPr lang="de-DE" altLang="de-DE" sz="1300" dirty="0" err="1"/>
              <a:t>sensors</a:t>
            </a:r>
            <a:r>
              <a:rPr lang="de-DE" altLang="de-DE" sz="1300" dirty="0"/>
              <a:t> </a:t>
            </a:r>
            <a:r>
              <a:rPr lang="de-DE" altLang="de-DE" sz="1300" dirty="0" err="1"/>
              <a:t>use</a:t>
            </a:r>
            <a:r>
              <a:rPr lang="de-DE" altLang="de-DE" sz="1300" dirty="0"/>
              <a:t> </a:t>
            </a:r>
            <a:r>
              <a:rPr lang="de-DE" altLang="de-DE" sz="1300" dirty="0" err="1"/>
              <a:t>configurable</a:t>
            </a:r>
            <a:r>
              <a:rPr lang="de-DE" altLang="de-DE" sz="1300" dirty="0"/>
              <a:t> </a:t>
            </a:r>
            <a:r>
              <a:rPr lang="de-DE" altLang="de-DE" sz="1300" dirty="0" err="1"/>
              <a:t>sampling</a:t>
            </a:r>
            <a:r>
              <a:rPr lang="de-DE" altLang="de-DE" sz="1300" dirty="0"/>
              <a:t> </a:t>
            </a:r>
            <a:r>
              <a:rPr lang="de-DE" altLang="de-DE" sz="1300" dirty="0" err="1"/>
              <a:t>divisors</a:t>
            </a:r>
            <a:br>
              <a:rPr lang="de-DE" altLang="de-DE" sz="1300" dirty="0"/>
            </a:br>
            <a:r>
              <a:rPr lang="de-DE" altLang="de-DE" sz="1300" dirty="0"/>
              <a:t>• </a:t>
            </a:r>
            <a:r>
              <a:rPr lang="de-DE" altLang="de-DE" sz="1300" dirty="0" err="1"/>
              <a:t>Each</a:t>
            </a:r>
            <a:r>
              <a:rPr lang="de-DE" altLang="de-DE" sz="1300" dirty="0"/>
              <a:t> </a:t>
            </a:r>
            <a:r>
              <a:rPr lang="de-DE" altLang="de-DE" sz="1300" dirty="0" err="1"/>
              <a:t>measurement</a:t>
            </a:r>
            <a:r>
              <a:rPr lang="de-DE" altLang="de-DE" sz="1300" dirty="0"/>
              <a:t> sample </a:t>
            </a:r>
            <a:r>
              <a:rPr lang="de-DE" altLang="de-DE" sz="1300" dirty="0" err="1"/>
              <a:t>receives</a:t>
            </a:r>
            <a:r>
              <a:rPr lang="de-DE" altLang="de-DE" sz="1300" dirty="0"/>
              <a:t> a </a:t>
            </a:r>
            <a:r>
              <a:rPr lang="de-DE" altLang="de-DE" sz="1300" dirty="0" err="1"/>
              <a:t>precise</a:t>
            </a:r>
            <a:r>
              <a:rPr lang="de-DE" altLang="de-DE" sz="1300" dirty="0"/>
              <a:t> </a:t>
            </a:r>
            <a:r>
              <a:rPr lang="de-DE" altLang="de-DE" sz="1300" dirty="0" err="1"/>
              <a:t>timestamp</a:t>
            </a:r>
            <a:br>
              <a:rPr lang="de-DE" altLang="de-DE" sz="1300" dirty="0"/>
            </a:br>
            <a:r>
              <a:rPr lang="de-DE" altLang="de-DE" sz="1300" dirty="0"/>
              <a:t>• The </a:t>
            </a:r>
            <a:r>
              <a:rPr lang="de-DE" altLang="de-DE" sz="1300" dirty="0" err="1"/>
              <a:t>timing</a:t>
            </a:r>
            <a:r>
              <a:rPr lang="de-DE" altLang="de-DE" sz="1300" dirty="0"/>
              <a:t> </a:t>
            </a:r>
            <a:r>
              <a:rPr lang="de-DE" altLang="de-DE" sz="1300" dirty="0" err="1"/>
              <a:t>system</a:t>
            </a:r>
            <a:r>
              <a:rPr lang="de-DE" altLang="de-DE" sz="1300" dirty="0"/>
              <a:t> </a:t>
            </a:r>
            <a:r>
              <a:rPr lang="de-DE" altLang="de-DE" sz="1300" dirty="0" err="1"/>
              <a:t>is</a:t>
            </a:r>
            <a:r>
              <a:rPr lang="de-DE" altLang="de-DE" sz="1300" dirty="0"/>
              <a:t> </a:t>
            </a:r>
            <a:r>
              <a:rPr lang="de-DE" altLang="de-DE" sz="1300" dirty="0" err="1"/>
              <a:t>based</a:t>
            </a:r>
            <a:r>
              <a:rPr lang="de-DE" altLang="de-DE" sz="1300" dirty="0"/>
              <a:t> on </a:t>
            </a:r>
            <a:r>
              <a:rPr lang="de-DE" altLang="de-DE" sz="1300" dirty="0" err="1"/>
              <a:t>the</a:t>
            </a:r>
            <a:r>
              <a:rPr lang="de-DE" altLang="de-DE" sz="1300" dirty="0"/>
              <a:t> Linux CLOCK_MONOTONIC </a:t>
            </a:r>
            <a:r>
              <a:rPr lang="de-DE" altLang="de-DE" sz="1300" dirty="0" err="1"/>
              <a:t>timer</a:t>
            </a:r>
            <a:endParaRPr lang="de-DE" altLang="de-DE" sz="1300" dirty="0"/>
          </a:p>
          <a:p>
            <a:pPr lvl="0" eaLnBrk="0" fontAlgn="base" hangingPunct="0">
              <a:lnSpc>
                <a:spcPct val="110000"/>
              </a:lnSpc>
              <a:spcBef>
                <a:spcPct val="0"/>
              </a:spcBef>
              <a:spcAft>
                <a:spcPts val="600"/>
              </a:spcAft>
              <a:buSzTx/>
            </a:pPr>
            <a:endParaRPr lang="de-DE" altLang="de-DE" sz="1300" dirty="0"/>
          </a:p>
          <a:p>
            <a:pPr marL="0" lvl="0" indent="0" eaLnBrk="0" fontAlgn="base" hangingPunct="0">
              <a:lnSpc>
                <a:spcPct val="110000"/>
              </a:lnSpc>
              <a:spcBef>
                <a:spcPct val="0"/>
              </a:spcBef>
              <a:spcAft>
                <a:spcPts val="600"/>
              </a:spcAft>
              <a:buSzTx/>
              <a:buNone/>
            </a:pPr>
            <a:r>
              <a:rPr lang="de-DE" altLang="de-DE" sz="1300" dirty="0"/>
              <a:t>This </a:t>
            </a:r>
            <a:r>
              <a:rPr lang="de-DE" altLang="de-DE" sz="1300" dirty="0" err="1"/>
              <a:t>approach</a:t>
            </a:r>
            <a:r>
              <a:rPr lang="de-DE" altLang="de-DE" sz="1300" dirty="0"/>
              <a:t> </a:t>
            </a:r>
            <a:r>
              <a:rPr lang="de-DE" altLang="de-DE" sz="1300" dirty="0" err="1"/>
              <a:t>enables</a:t>
            </a:r>
            <a:r>
              <a:rPr lang="de-DE" altLang="de-DE" sz="1300" dirty="0"/>
              <a:t> </a:t>
            </a:r>
            <a:r>
              <a:rPr lang="de-DE" altLang="de-DE" sz="1300" dirty="0" err="1"/>
              <a:t>stable</a:t>
            </a:r>
            <a:r>
              <a:rPr lang="de-DE" altLang="de-DE" sz="1300" dirty="0"/>
              <a:t> </a:t>
            </a:r>
            <a:r>
              <a:rPr lang="de-DE" altLang="de-DE" sz="1300" dirty="0" err="1"/>
              <a:t>sampling</a:t>
            </a:r>
            <a:r>
              <a:rPr lang="de-DE" altLang="de-DE" sz="1300" dirty="0"/>
              <a:t> </a:t>
            </a:r>
            <a:r>
              <a:rPr lang="de-DE" altLang="de-DE" sz="1300" dirty="0" err="1"/>
              <a:t>frequencies</a:t>
            </a:r>
            <a:r>
              <a:rPr lang="de-DE" altLang="de-DE" sz="1300" dirty="0"/>
              <a:t> </a:t>
            </a:r>
            <a:r>
              <a:rPr lang="de-DE" altLang="de-DE" sz="1300" dirty="0" err="1"/>
              <a:t>while</a:t>
            </a:r>
            <a:r>
              <a:rPr lang="de-DE" altLang="de-DE" sz="1300" dirty="0"/>
              <a:t> </a:t>
            </a:r>
            <a:r>
              <a:rPr lang="de-DE" altLang="de-DE" sz="1300" dirty="0" err="1"/>
              <a:t>supporting</a:t>
            </a:r>
            <a:r>
              <a:rPr lang="de-DE" altLang="de-DE" sz="1300" dirty="0"/>
              <a:t> multiple </a:t>
            </a:r>
            <a:r>
              <a:rPr lang="de-DE" altLang="de-DE" sz="1300" dirty="0" err="1"/>
              <a:t>sensors</a:t>
            </a:r>
            <a:r>
              <a:rPr lang="de-DE" altLang="de-DE" sz="1300" dirty="0"/>
              <a:t> </a:t>
            </a:r>
            <a:r>
              <a:rPr lang="de-DE" altLang="de-DE" sz="1300" dirty="0" err="1"/>
              <a:t>with</a:t>
            </a:r>
            <a:r>
              <a:rPr lang="de-DE" altLang="de-DE" sz="1300" dirty="0"/>
              <a:t> different update </a:t>
            </a:r>
            <a:r>
              <a:rPr lang="de-DE" altLang="de-DE" sz="1300" dirty="0" err="1"/>
              <a:t>rates</a:t>
            </a:r>
            <a:r>
              <a:rPr lang="de-DE" altLang="de-DE" sz="1300" dirty="0"/>
              <a:t>.</a:t>
            </a:r>
          </a:p>
        </p:txBody>
      </p:sp>
      <p:pic>
        <p:nvPicPr>
          <p:cNvPr id="3" name="Picture Placeholder 2">
            <a:extLst>
              <a:ext uri="{FF2B5EF4-FFF2-40B4-BE49-F238E27FC236}">
                <a16:creationId xmlns:a16="http://schemas.microsoft.com/office/drawing/2014/main" id="{1F38A978-9949-837A-167C-7E7F28BE7282}"/>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rcRect t="1439" b="1697"/>
          <a:stretch>
            <a:fillRect/>
          </a:stretch>
        </p:blipFill>
        <p:spPr>
          <a:xfrm>
            <a:off x="6172200" y="2249486"/>
            <a:ext cx="4875211" cy="3541714"/>
          </a:xfrm>
          <a:prstGeom prst="round2DiagRect">
            <a:avLst>
              <a:gd name="adj1" fmla="val 5608"/>
              <a:gd name="adj2" fmla="val 0"/>
            </a:avLst>
          </a:prstGeom>
          <a:noFill/>
          <a:ln w="19050" cap="sq">
            <a:solidFill>
              <a:srgbClr val="335B74">
                <a:lumMod val="60000"/>
                <a:lumOff val="40000"/>
                <a:alpha val="60000"/>
              </a:srgb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237812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E3142-D531-26F6-65DE-A10FDD5C4F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C86A2-032D-502A-8294-7B793F1E84B0}"/>
              </a:ext>
            </a:extLst>
          </p:cNvPr>
          <p:cNvSpPr>
            <a:spLocks noGrp="1"/>
          </p:cNvSpPr>
          <p:nvPr>
            <p:ph type="title"/>
          </p:nvPr>
        </p:nvSpPr>
        <p:spPr>
          <a:xfrm>
            <a:off x="1141413" y="618518"/>
            <a:ext cx="9905998" cy="1478570"/>
          </a:xfrm>
        </p:spPr>
        <p:txBody>
          <a:bodyPr anchor="ctr">
            <a:normAutofit/>
          </a:bodyPr>
          <a:lstStyle/>
          <a:p>
            <a:pPr lvl="0" eaLnBrk="0" fontAlgn="base" hangingPunct="0">
              <a:spcAft>
                <a:spcPct val="0"/>
              </a:spcAft>
            </a:pPr>
            <a:r>
              <a:rPr lang="de-DE" altLang="de-DE" b="1" cap="none"/>
              <a:t>TCP Server and Communication Protocol</a:t>
            </a:r>
            <a:endParaRPr lang="de-DE" altLang="de-DE" cap="none"/>
          </a:p>
        </p:txBody>
      </p:sp>
      <p:graphicFrame>
        <p:nvGraphicFramePr>
          <p:cNvPr id="7" name="Rectangle 2">
            <a:extLst>
              <a:ext uri="{FF2B5EF4-FFF2-40B4-BE49-F238E27FC236}">
                <a16:creationId xmlns:a16="http://schemas.microsoft.com/office/drawing/2014/main" id="{2199D492-9EA8-ED40-9210-A2AB6CA00ABD}"/>
              </a:ext>
            </a:extLst>
          </p:cNvPr>
          <p:cNvGraphicFramePr>
            <a:graphicFrameLocks noGrp="1"/>
          </p:cNvGraphicFramePr>
          <p:nvPr>
            <p:ph idx="1"/>
            <p:extLst>
              <p:ext uri="{D42A27DB-BD31-4B8C-83A1-F6EECF244321}">
                <p14:modId xmlns:p14="http://schemas.microsoft.com/office/powerpoint/2010/main" val="4176271867"/>
              </p:ext>
            </p:extLst>
          </p:nvPr>
        </p:nvGraphicFramePr>
        <p:xfrm>
          <a:off x="1141412" y="2249487"/>
          <a:ext cx="9905999" cy="354171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939583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a:extLst>
              <a:ext uri="{FF2B5EF4-FFF2-40B4-BE49-F238E27FC236}">
                <a16:creationId xmlns:a16="http://schemas.microsoft.com/office/drawing/2014/main" id="{6F2E9741-2F7B-5EA6-EA02-6C16B0AB35D9}"/>
              </a:ext>
            </a:extLst>
          </p:cNvPr>
          <p:cNvSpPr>
            <a:spLocks noGrp="1"/>
          </p:cNvSpPr>
          <p:nvPr>
            <p:ph type="title"/>
          </p:nvPr>
        </p:nvSpPr>
        <p:spPr>
          <a:xfrm>
            <a:off x="1146705" y="609601"/>
            <a:ext cx="3856037" cy="1639884"/>
          </a:xfrm>
        </p:spPr>
        <p:txBody>
          <a:bodyPr/>
          <a:lstStyle/>
          <a:p>
            <a:r>
              <a:rPr lang="de-DE" dirty="0"/>
              <a:t>Request–Response </a:t>
            </a:r>
            <a:r>
              <a:rPr lang="de-DE" dirty="0" err="1"/>
              <a:t>Sequence</a:t>
            </a:r>
            <a:endParaRPr lang="en-US" dirty="0"/>
          </a:p>
        </p:txBody>
      </p:sp>
      <p:pic>
        <p:nvPicPr>
          <p:cNvPr id="5" name="Content Placeholder 4">
            <a:extLst>
              <a:ext uri="{FF2B5EF4-FFF2-40B4-BE49-F238E27FC236}">
                <a16:creationId xmlns:a16="http://schemas.microsoft.com/office/drawing/2014/main" id="{C36691FE-4430-13C4-8BCD-03928F57F936}"/>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43098" y="301709"/>
            <a:ext cx="5613486" cy="6254582"/>
          </a:xfrm>
          <a:prstGeom prst="rect">
            <a:avLst/>
          </a:prstGeom>
          <a:noFill/>
        </p:spPr>
      </p:pic>
      <p:sp>
        <p:nvSpPr>
          <p:cNvPr id="22" name="Text Placeholder 3">
            <a:extLst>
              <a:ext uri="{FF2B5EF4-FFF2-40B4-BE49-F238E27FC236}">
                <a16:creationId xmlns:a16="http://schemas.microsoft.com/office/drawing/2014/main" id="{0259FD3F-A5C9-B3E8-7D18-952FCFA4115E}"/>
              </a:ext>
            </a:extLst>
          </p:cNvPr>
          <p:cNvSpPr>
            <a:spLocks noGrp="1"/>
          </p:cNvSpPr>
          <p:nvPr>
            <p:ph type="body" sz="half" idx="2"/>
          </p:nvPr>
        </p:nvSpPr>
        <p:spPr>
          <a:xfrm>
            <a:off x="1146705" y="2249486"/>
            <a:ext cx="3856037" cy="3541714"/>
          </a:xfrm>
        </p:spPr>
        <p:txBody>
          <a:bodyPr/>
          <a:lstStyle/>
          <a:p>
            <a:r>
              <a:rPr lang="en-US" dirty="0"/>
              <a:t>This sequence diagram illustrates how the GUI client requests measurement data using the CMD_GET_DATA command. The TCP server updates sampling rates, while the sensor thread continuously acquires data using a deterministic 1 kHz loop. Samples are stored in a ring buffer and the TCP thread builds a response payload of up to 104 samples.</a:t>
            </a:r>
          </a:p>
        </p:txBody>
      </p:sp>
    </p:spTree>
    <p:extLst>
      <p:ext uri="{BB962C8B-B14F-4D97-AF65-F5344CB8AC3E}">
        <p14:creationId xmlns:p14="http://schemas.microsoft.com/office/powerpoint/2010/main" val="2066810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76C57-E133-9C81-1F81-5B249CF911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C2A2-FDB3-2B71-F230-B9AD5DBBE7C7}"/>
              </a:ext>
            </a:extLst>
          </p:cNvPr>
          <p:cNvSpPr>
            <a:spLocks noGrp="1"/>
          </p:cNvSpPr>
          <p:nvPr>
            <p:ph type="title"/>
          </p:nvPr>
        </p:nvSpPr>
        <p:spPr>
          <a:xfrm>
            <a:off x="1141413" y="618518"/>
            <a:ext cx="9905998" cy="1478570"/>
          </a:xfrm>
        </p:spPr>
        <p:txBody>
          <a:bodyPr anchor="ctr">
            <a:normAutofit/>
          </a:bodyPr>
          <a:lstStyle/>
          <a:p>
            <a:pPr eaLnBrk="0" fontAlgn="base" hangingPunct="0">
              <a:spcAft>
                <a:spcPct val="0"/>
              </a:spcAft>
            </a:pPr>
            <a:r>
              <a:rPr lang="de-DE" altLang="de-DE" b="1" cap="none" dirty="0"/>
              <a:t>Packet </a:t>
            </a:r>
            <a:r>
              <a:rPr lang="de-DE" altLang="de-DE" b="1" cap="none" dirty="0" err="1"/>
              <a:t>Structure</a:t>
            </a:r>
            <a:r>
              <a:rPr lang="de-DE" altLang="de-DE" b="1" cap="none" dirty="0"/>
              <a:t> and Payload </a:t>
            </a:r>
            <a:r>
              <a:rPr lang="de-DE" altLang="de-DE" b="1" cap="none" dirty="0" err="1"/>
              <a:t>Optimization</a:t>
            </a:r>
            <a:br>
              <a:rPr lang="de-DE" altLang="de-DE" cap="none" dirty="0"/>
            </a:br>
            <a:endParaRPr lang="de-DE" altLang="de-DE" cap="none" dirty="0"/>
          </a:p>
        </p:txBody>
      </p:sp>
      <p:sp>
        <p:nvSpPr>
          <p:cNvPr id="3" name="Rectangle 1">
            <a:extLst>
              <a:ext uri="{FF2B5EF4-FFF2-40B4-BE49-F238E27FC236}">
                <a16:creationId xmlns:a16="http://schemas.microsoft.com/office/drawing/2014/main" id="{542F179C-E1F0-1183-CF00-41D022E7F792}"/>
              </a:ext>
            </a:extLst>
          </p:cNvPr>
          <p:cNvSpPr>
            <a:spLocks noGrp="1" noChangeArrowheads="1"/>
          </p:cNvSpPr>
          <p:nvPr>
            <p:ph sz="half" idx="1"/>
          </p:nvPr>
        </p:nvSpPr>
        <p:spPr bwMode="auto">
          <a:xfrm>
            <a:off x="1141410" y="2249486"/>
            <a:ext cx="4878389" cy="354171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Measurement </a:t>
            </a:r>
            <a:r>
              <a:rPr kumimoji="0" lang="de-DE" altLang="de-DE" sz="1500" b="0" i="0" u="none" strike="noStrike" cap="none" normalizeH="0" baseline="0" err="1">
                <a:ln>
                  <a:noFill/>
                </a:ln>
                <a:effectLst/>
              </a:rPr>
              <a:t>data</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is</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transmitted</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using</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compact</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binary</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packets</a:t>
            </a:r>
            <a:r>
              <a:rPr kumimoji="0" lang="de-DE" altLang="de-DE" sz="1500" b="0" i="0" u="none" strike="noStrike" cap="none" normalizeH="0" baseline="0">
                <a:ln>
                  <a:noFill/>
                </a:ln>
                <a:effectLst/>
              </a:rPr>
              <a:t>.</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Packet </a:t>
            </a:r>
            <a:r>
              <a:rPr kumimoji="0" lang="de-DE" altLang="de-DE" sz="1500" b="0" i="0" u="none" strike="noStrike" cap="none" normalizeH="0" baseline="0" err="1">
                <a:ln>
                  <a:noFill/>
                </a:ln>
                <a:effectLst/>
              </a:rPr>
              <a:t>structure</a:t>
            </a:r>
            <a:r>
              <a:rPr kumimoji="0" lang="de-DE" altLang="de-DE" sz="1500" b="0" i="0" u="none" strike="noStrike" cap="none" normalizeH="0" baseline="0">
                <a:ln>
                  <a:noFill/>
                </a:ln>
                <a:effectLst/>
              </a:rPr>
              <a:t>:</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 Header </a:t>
            </a:r>
            <a:r>
              <a:rPr kumimoji="0" lang="de-DE" altLang="de-DE" sz="1500" b="0" i="0" u="none" strike="noStrike" cap="none" normalizeH="0" baseline="0" err="1">
                <a:ln>
                  <a:noFill/>
                </a:ln>
                <a:effectLst/>
              </a:rPr>
              <a:t>information</a:t>
            </a:r>
            <a:r>
              <a:rPr kumimoji="0" lang="de-DE" altLang="de-DE" sz="1500" b="0" i="0" u="none" strike="noStrike" cap="none" normalizeH="0" baseline="0">
                <a:ln>
                  <a:noFill/>
                </a:ln>
                <a:effectLst/>
              </a:rPr>
              <a:t> (sample </a:t>
            </a:r>
            <a:r>
              <a:rPr kumimoji="0" lang="de-DE" altLang="de-DE" sz="1500" b="0" i="0" u="none" strike="noStrike" cap="none" normalizeH="0" baseline="0" err="1">
                <a:ln>
                  <a:noFill/>
                </a:ln>
                <a:effectLst/>
              </a:rPr>
              <a:t>count</a:t>
            </a:r>
            <a:r>
              <a:rPr kumimoji="0" lang="de-DE" altLang="de-DE" sz="1500" b="0" i="0" u="none" strike="noStrike" cap="none" normalizeH="0" baseline="0">
                <a:ln>
                  <a:noFill/>
                </a:ln>
                <a:effectLst/>
              </a:rPr>
              <a:t>)</a:t>
            </a:r>
            <a:br>
              <a:rPr kumimoji="0" lang="de-DE" altLang="de-DE" sz="1500" b="0" i="0" u="none" strike="noStrike" cap="none" normalizeH="0" baseline="0">
                <a:ln>
                  <a:noFill/>
                </a:ln>
                <a:effectLst/>
              </a:rPr>
            </a:b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Sequence</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of</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measurement</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samples</a:t>
            </a:r>
            <a:br>
              <a:rPr kumimoji="0" lang="de-DE" altLang="de-DE" sz="1500" b="0" i="0" u="none" strike="noStrike" cap="none" normalizeH="0" baseline="0">
                <a:ln>
                  <a:noFill/>
                </a:ln>
                <a:effectLst/>
              </a:rPr>
            </a:b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Each</a:t>
            </a:r>
            <a:r>
              <a:rPr kumimoji="0" lang="de-DE" altLang="de-DE" sz="1500" b="0" i="0" u="none" strike="noStrike" cap="none" normalizeH="0" baseline="0">
                <a:ln>
                  <a:noFill/>
                </a:ln>
                <a:effectLst/>
              </a:rPr>
              <a:t> sample </a:t>
            </a:r>
            <a:r>
              <a:rPr kumimoji="0" lang="de-DE" altLang="de-DE" sz="1500" b="0" i="0" u="none" strike="noStrike" cap="none" normalizeH="0" baseline="0" err="1">
                <a:ln>
                  <a:noFill/>
                </a:ln>
                <a:effectLst/>
              </a:rPr>
              <a:t>contains</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timestamp</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sensor</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identifier</a:t>
            </a:r>
            <a:r>
              <a:rPr kumimoji="0" lang="de-DE" altLang="de-DE" sz="1500" b="0" i="0" u="none" strike="noStrike" cap="none" normalizeH="0" baseline="0">
                <a:ln>
                  <a:noFill/>
                </a:ln>
                <a:effectLst/>
              </a:rPr>
              <a:t>, and </a:t>
            </a:r>
            <a:r>
              <a:rPr kumimoji="0" lang="de-DE" altLang="de-DE" sz="1500" b="0" i="0" u="none" strike="noStrike" cap="none" normalizeH="0" baseline="0" err="1">
                <a:ln>
                  <a:noFill/>
                </a:ln>
                <a:effectLst/>
              </a:rPr>
              <a:t>measured</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value</a:t>
            </a:r>
            <a:endParaRPr kumimoji="0" lang="de-DE" altLang="de-DE" sz="1500" b="0" i="0" u="none" strike="noStrike" cap="none" normalizeH="0" baseline="0">
              <a:ln>
                <a:noFill/>
              </a:ln>
              <a:effectLst/>
            </a:endParaRP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err="1">
                <a:ln>
                  <a:noFill/>
                </a:ln>
                <a:effectLst/>
              </a:rPr>
              <a:t>To</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improve</a:t>
            </a:r>
            <a:r>
              <a:rPr kumimoji="0" lang="de-DE" altLang="de-DE" sz="1500" b="0" i="0" u="none" strike="noStrike" cap="none" normalizeH="0" baseline="0">
                <a:ln>
                  <a:noFill/>
                </a:ln>
                <a:effectLst/>
              </a:rPr>
              <a:t> network </a:t>
            </a:r>
            <a:r>
              <a:rPr kumimoji="0" lang="de-DE" altLang="de-DE" sz="1500" b="0" i="0" u="none" strike="noStrike" cap="none" normalizeH="0" baseline="0" err="1">
                <a:ln>
                  <a:noFill/>
                </a:ln>
                <a:effectLst/>
              </a:rPr>
              <a:t>efficiency</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the</a:t>
            </a:r>
            <a:r>
              <a:rPr kumimoji="0" lang="de-DE" altLang="de-DE" sz="1500" b="0" i="0" u="none" strike="noStrike" cap="none" normalizeH="0" baseline="0">
                <a:ln>
                  <a:noFill/>
                </a:ln>
                <a:effectLst/>
              </a:rPr>
              <a:t> packet </a:t>
            </a:r>
            <a:r>
              <a:rPr kumimoji="0" lang="de-DE" altLang="de-DE" sz="1500" b="0" i="0" u="none" strike="noStrike" cap="none" normalizeH="0" baseline="0" err="1">
                <a:ln>
                  <a:noFill/>
                </a:ln>
                <a:effectLst/>
              </a:rPr>
              <a:t>size</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is</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optimized</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to</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remain</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within</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the</a:t>
            </a:r>
            <a:r>
              <a:rPr kumimoji="0" lang="de-DE" altLang="de-DE" sz="1500" b="0" i="0" u="none" strike="noStrike" cap="none" normalizeH="0" baseline="0">
                <a:ln>
                  <a:noFill/>
                </a:ln>
                <a:effectLst/>
              </a:rPr>
              <a:t> Ethernet Maximum Transmission Unit (MTU).</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500" b="0" i="0" u="none" strike="noStrike" cap="none" normalizeH="0" baseline="0">
                <a:ln>
                  <a:noFill/>
                </a:ln>
                <a:effectLst/>
              </a:rPr>
              <a:t>This </a:t>
            </a:r>
            <a:r>
              <a:rPr kumimoji="0" lang="de-DE" altLang="de-DE" sz="1500" b="0" i="0" u="none" strike="noStrike" cap="none" normalizeH="0" baseline="0" err="1">
                <a:ln>
                  <a:noFill/>
                </a:ln>
                <a:effectLst/>
              </a:rPr>
              <a:t>ensures</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that</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each</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response</a:t>
            </a:r>
            <a:r>
              <a:rPr kumimoji="0" lang="de-DE" altLang="de-DE" sz="1500" b="0" i="0" u="none" strike="noStrike" cap="none" normalizeH="0" baseline="0">
                <a:ln>
                  <a:noFill/>
                </a:ln>
                <a:effectLst/>
              </a:rPr>
              <a:t> packet </a:t>
            </a:r>
            <a:r>
              <a:rPr kumimoji="0" lang="de-DE" altLang="de-DE" sz="1500" b="0" i="0" u="none" strike="noStrike" cap="none" normalizeH="0" baseline="0" err="1">
                <a:ln>
                  <a:noFill/>
                </a:ln>
                <a:effectLst/>
              </a:rPr>
              <a:t>can</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be</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transmitted</a:t>
            </a:r>
            <a:r>
              <a:rPr kumimoji="0" lang="de-DE" altLang="de-DE" sz="1500" b="0" i="0" u="none" strike="noStrike" cap="none" normalizeH="0" baseline="0">
                <a:ln>
                  <a:noFill/>
                </a:ln>
                <a:effectLst/>
              </a:rPr>
              <a:t> in a </a:t>
            </a:r>
            <a:r>
              <a:rPr kumimoji="0" lang="de-DE" altLang="de-DE" sz="1500" b="0" i="0" u="none" strike="noStrike" cap="none" normalizeH="0" baseline="0" err="1">
                <a:ln>
                  <a:noFill/>
                </a:ln>
                <a:effectLst/>
              </a:rPr>
              <a:t>single</a:t>
            </a:r>
            <a:r>
              <a:rPr kumimoji="0" lang="de-DE" altLang="de-DE" sz="1500" b="0" i="0" u="none" strike="noStrike" cap="none" normalizeH="0" baseline="0">
                <a:ln>
                  <a:noFill/>
                </a:ln>
                <a:effectLst/>
              </a:rPr>
              <a:t> TCP </a:t>
            </a:r>
            <a:r>
              <a:rPr kumimoji="0" lang="de-DE" altLang="de-DE" sz="1500" b="0" i="0" u="none" strike="noStrike" cap="none" normalizeH="0" baseline="0" err="1">
                <a:ln>
                  <a:noFill/>
                </a:ln>
                <a:effectLst/>
              </a:rPr>
              <a:t>segment</a:t>
            </a:r>
            <a:r>
              <a:rPr kumimoji="0" lang="de-DE" altLang="de-DE" sz="1500" b="0" i="0" u="none" strike="noStrike" cap="none" normalizeH="0" baseline="0">
                <a:ln>
                  <a:noFill/>
                </a:ln>
                <a:effectLst/>
              </a:rPr>
              <a:t> </a:t>
            </a:r>
            <a:r>
              <a:rPr kumimoji="0" lang="de-DE" altLang="de-DE" sz="1500" b="0" i="0" u="none" strike="noStrike" cap="none" normalizeH="0" baseline="0" err="1">
                <a:ln>
                  <a:noFill/>
                </a:ln>
                <a:effectLst/>
              </a:rPr>
              <a:t>without</a:t>
            </a:r>
            <a:r>
              <a:rPr kumimoji="0" lang="de-DE" altLang="de-DE" sz="1500" b="0" i="0" u="none" strike="noStrike" cap="none" normalizeH="0" baseline="0">
                <a:ln>
                  <a:noFill/>
                </a:ln>
                <a:effectLst/>
              </a:rPr>
              <a:t> IP </a:t>
            </a:r>
            <a:r>
              <a:rPr kumimoji="0" lang="de-DE" altLang="de-DE" sz="1500" b="0" i="0" u="none" strike="noStrike" cap="none" normalizeH="0" baseline="0" err="1">
                <a:ln>
                  <a:noFill/>
                </a:ln>
                <a:effectLst/>
              </a:rPr>
              <a:t>fragmentation</a:t>
            </a:r>
            <a:r>
              <a:rPr kumimoji="0" lang="de-DE" altLang="de-DE" sz="1500" b="0" i="0" u="none" strike="noStrike" cap="none" normalizeH="0" baseline="0">
                <a:ln>
                  <a:noFill/>
                </a:ln>
                <a:effectLst/>
              </a:rPr>
              <a:t>.</a:t>
            </a:r>
          </a:p>
        </p:txBody>
      </p:sp>
      <p:pic>
        <p:nvPicPr>
          <p:cNvPr id="5" name="Picture Placeholder 4">
            <a:extLst>
              <a:ext uri="{FF2B5EF4-FFF2-40B4-BE49-F238E27FC236}">
                <a16:creationId xmlns:a16="http://schemas.microsoft.com/office/drawing/2014/main" id="{FF21971C-D7CB-D51C-F24B-50AEECD70949}"/>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6172200" y="2557780"/>
            <a:ext cx="4875211" cy="2925126"/>
          </a:xfrm>
          <a:prstGeom prst="round2DiagRect">
            <a:avLst>
              <a:gd name="adj1" fmla="val 5608"/>
              <a:gd name="adj2" fmla="val 0"/>
            </a:avLst>
          </a:prstGeom>
          <a:noFill/>
          <a:ln w="19050" cap="sq">
            <a:solidFill>
              <a:srgbClr val="335B74">
                <a:lumMod val="60000"/>
                <a:lumOff val="40000"/>
                <a:alpha val="60000"/>
              </a:srgbClr>
            </a:solidFill>
            <a:miter lim="800000"/>
          </a:ln>
          <a:effectLst>
            <a:outerShdw blurRad="88900" dist="38100" dir="5400000" algn="t" rotWithShape="0">
              <a:prstClr val="black">
                <a:alpha val="40000"/>
              </a:prstClr>
            </a:outerShdw>
          </a:effectLst>
        </p:spPr>
      </p:pic>
    </p:spTree>
    <p:extLst>
      <p:ext uri="{BB962C8B-B14F-4D97-AF65-F5344CB8AC3E}">
        <p14:creationId xmlns:p14="http://schemas.microsoft.com/office/powerpoint/2010/main" val="31370835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37397-3668-3378-8BC0-2D75771682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34DBB9-D759-D382-98F9-74BE6C014447}"/>
              </a:ext>
            </a:extLst>
          </p:cNvPr>
          <p:cNvSpPr>
            <a:spLocks noGrp="1"/>
          </p:cNvSpPr>
          <p:nvPr>
            <p:ph type="title"/>
          </p:nvPr>
        </p:nvSpPr>
        <p:spPr>
          <a:xfrm>
            <a:off x="1141413" y="618518"/>
            <a:ext cx="9905998" cy="1478570"/>
          </a:xfrm>
        </p:spPr>
        <p:txBody>
          <a:bodyPr anchor="ctr">
            <a:normAutofit/>
          </a:bodyPr>
          <a:lstStyle/>
          <a:p>
            <a:pPr eaLnBrk="0" fontAlgn="base" hangingPunct="0">
              <a:spcAft>
                <a:spcPct val="0"/>
              </a:spcAft>
            </a:pPr>
            <a:r>
              <a:rPr lang="de-DE" altLang="de-DE" b="1" cap="none" err="1"/>
              <a:t>Graphical</a:t>
            </a:r>
            <a:r>
              <a:rPr lang="de-DE" altLang="de-DE" b="1" cap="none"/>
              <a:t> User Interface (GUI) </a:t>
            </a:r>
            <a:r>
              <a:rPr lang="de-DE" altLang="de-DE" b="1" cap="none" err="1"/>
              <a:t>Overview</a:t>
            </a:r>
            <a:br>
              <a:rPr lang="de-DE" altLang="de-DE" cap="none"/>
            </a:br>
            <a:endParaRPr lang="de-DE" altLang="de-DE" cap="none"/>
          </a:p>
        </p:txBody>
      </p:sp>
      <p:pic>
        <p:nvPicPr>
          <p:cNvPr id="5" name="Content Placeholder 4" descr="Abstract background of data">
            <a:extLst>
              <a:ext uri="{FF2B5EF4-FFF2-40B4-BE49-F238E27FC236}">
                <a16:creationId xmlns:a16="http://schemas.microsoft.com/office/drawing/2014/main" id="{42308DE0-0BA1-D77A-A913-F99BFC2032BB}"/>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rcRect l="7135" r="15386"/>
          <a:stretch>
            <a:fillRect/>
          </a:stretch>
        </p:blipFill>
        <p:spPr>
          <a:xfrm>
            <a:off x="1141410" y="2249486"/>
            <a:ext cx="4878389" cy="3541714"/>
          </a:xfrm>
          <a:noFill/>
        </p:spPr>
      </p:pic>
      <p:sp>
        <p:nvSpPr>
          <p:cNvPr id="3" name="Rectangle 1">
            <a:extLst>
              <a:ext uri="{FF2B5EF4-FFF2-40B4-BE49-F238E27FC236}">
                <a16:creationId xmlns:a16="http://schemas.microsoft.com/office/drawing/2014/main" id="{9A1370DC-65F2-4BFF-3E7D-280E6F637F2F}"/>
              </a:ext>
            </a:extLst>
          </p:cNvPr>
          <p:cNvSpPr>
            <a:spLocks noGrp="1" noChangeArrowheads="1"/>
          </p:cNvSpPr>
          <p:nvPr>
            <p:ph sz="half" idx="2"/>
          </p:nvPr>
        </p:nvSpPr>
        <p:spPr bwMode="auto">
          <a:xfrm>
            <a:off x="6172200" y="2249486"/>
            <a:ext cx="4875211" cy="354171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700" b="0" i="0" u="none" strike="noStrike" cap="none" normalizeH="0" baseline="0">
                <a:ln>
                  <a:noFill/>
                </a:ln>
                <a:effectLst/>
              </a:rPr>
              <a:t>A </a:t>
            </a:r>
            <a:r>
              <a:rPr kumimoji="0" lang="de-DE" altLang="de-DE" sz="1700" b="0" i="0" u="none" strike="noStrike" cap="none" normalizeH="0" baseline="0" err="1">
                <a:ln>
                  <a:noFill/>
                </a:ln>
                <a:effectLst/>
              </a:rPr>
              <a:t>graphical</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user</a:t>
            </a:r>
            <a:r>
              <a:rPr kumimoji="0" lang="de-DE" altLang="de-DE" sz="1700" b="0" i="0" u="none" strike="noStrike" cap="none" normalizeH="0" baseline="0">
                <a:ln>
                  <a:noFill/>
                </a:ln>
                <a:effectLst/>
              </a:rPr>
              <a:t> interface was </a:t>
            </a:r>
            <a:r>
              <a:rPr kumimoji="0" lang="de-DE" altLang="de-DE" sz="1700" b="0" i="0" u="none" strike="noStrike" cap="none" normalizeH="0" baseline="0" err="1">
                <a:ln>
                  <a:noFill/>
                </a:ln>
                <a:effectLst/>
              </a:rPr>
              <a:t>developed</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to</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provide</a:t>
            </a:r>
            <a:r>
              <a:rPr kumimoji="0" lang="de-DE" altLang="de-DE" sz="1700" b="0" i="0" u="none" strike="noStrike" cap="none" normalizeH="0" baseline="0">
                <a:ln>
                  <a:noFill/>
                </a:ln>
                <a:effectLst/>
              </a:rPr>
              <a:t> real-time </a:t>
            </a:r>
            <a:r>
              <a:rPr kumimoji="0" lang="de-DE" altLang="de-DE" sz="1700" b="0" i="0" u="none" strike="noStrike" cap="none" normalizeH="0" baseline="0" err="1">
                <a:ln>
                  <a:noFill/>
                </a:ln>
                <a:effectLst/>
              </a:rPr>
              <a:t>monitoring</a:t>
            </a:r>
            <a:r>
              <a:rPr kumimoji="0" lang="de-DE" altLang="de-DE" sz="1700" b="0" i="0" u="none" strike="noStrike" cap="none" normalizeH="0" baseline="0">
                <a:ln>
                  <a:noFill/>
                </a:ln>
                <a:effectLst/>
              </a:rPr>
              <a:t> and </a:t>
            </a:r>
            <a:r>
              <a:rPr kumimoji="0" lang="de-DE" altLang="de-DE" sz="1700" b="0" i="0" u="none" strike="noStrike" cap="none" normalizeH="0" baseline="0" err="1">
                <a:ln>
                  <a:noFill/>
                </a:ln>
                <a:effectLst/>
              </a:rPr>
              <a:t>control</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of</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the</a:t>
            </a:r>
            <a:r>
              <a:rPr kumimoji="0" lang="de-DE" altLang="de-DE" sz="1700" b="0" i="0" u="none" strike="noStrike" cap="none" normalizeH="0" baseline="0">
                <a:ln>
                  <a:noFill/>
                </a:ln>
                <a:effectLst/>
              </a:rPr>
              <a:t> Measurement Network Gateway </a:t>
            </a:r>
            <a:r>
              <a:rPr kumimoji="0" lang="de-DE" altLang="de-DE" sz="1700" b="0" i="0" u="none" strike="noStrike" cap="none" normalizeH="0" baseline="0" err="1">
                <a:ln>
                  <a:noFill/>
                </a:ln>
                <a:effectLst/>
              </a:rPr>
              <a:t>system</a:t>
            </a:r>
            <a:r>
              <a:rPr kumimoji="0" lang="de-DE" altLang="de-DE" sz="1700" b="0" i="0" u="none" strike="noStrike" cap="none" normalizeH="0" baseline="0">
                <a:ln>
                  <a:noFill/>
                </a:ln>
                <a:effectLst/>
              </a:rPr>
              <a:t>.</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700" b="0" i="0" u="none" strike="noStrike" cap="none" normalizeH="0" baseline="0">
                <a:ln>
                  <a:noFill/>
                </a:ln>
                <a:effectLst/>
              </a:rPr>
              <a:t>Main GUI </a:t>
            </a:r>
            <a:r>
              <a:rPr kumimoji="0" lang="de-DE" altLang="de-DE" sz="1700" b="0" i="0" u="none" strike="noStrike" cap="none" normalizeH="0" baseline="0" err="1">
                <a:ln>
                  <a:noFill/>
                </a:ln>
                <a:effectLst/>
              </a:rPr>
              <a:t>features</a:t>
            </a:r>
            <a:r>
              <a:rPr kumimoji="0" lang="de-DE" altLang="de-DE" sz="1700" b="0" i="0" u="none" strike="noStrike" cap="none" normalizeH="0" baseline="0">
                <a:ln>
                  <a:noFill/>
                </a:ln>
                <a:effectLst/>
              </a:rPr>
              <a:t>:</a:t>
            </a: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700" b="0" i="0" u="none" strike="noStrike" cap="none" normalizeH="0" baseline="0">
                <a:ln>
                  <a:noFill/>
                </a:ln>
                <a:effectLst/>
              </a:rPr>
              <a:t>• Real-time </a:t>
            </a:r>
            <a:r>
              <a:rPr kumimoji="0" lang="de-DE" altLang="de-DE" sz="1700" b="0" i="0" u="none" strike="noStrike" cap="none" normalizeH="0" baseline="0" err="1">
                <a:ln>
                  <a:noFill/>
                </a:ln>
                <a:effectLst/>
              </a:rPr>
              <a:t>visualization</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of</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sensor</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data</a:t>
            </a:r>
            <a:br>
              <a:rPr kumimoji="0" lang="de-DE" altLang="de-DE" sz="1700" b="0" i="0" u="none" strike="noStrike" cap="none" normalizeH="0" baseline="0">
                <a:ln>
                  <a:noFill/>
                </a:ln>
                <a:effectLst/>
              </a:rPr>
            </a:br>
            <a:r>
              <a:rPr kumimoji="0" lang="de-DE" altLang="de-DE" sz="1700" b="0" i="0" u="none" strike="noStrike" cap="none" normalizeH="0" baseline="0">
                <a:ln>
                  <a:noFill/>
                </a:ln>
                <a:effectLst/>
              </a:rPr>
              <a:t>• Interactive </a:t>
            </a:r>
            <a:r>
              <a:rPr kumimoji="0" lang="de-DE" altLang="de-DE" sz="1700" b="0" i="0" u="none" strike="noStrike" cap="none" normalizeH="0" baseline="0" err="1">
                <a:ln>
                  <a:noFill/>
                </a:ln>
                <a:effectLst/>
              </a:rPr>
              <a:t>plots</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for</a:t>
            </a:r>
            <a:r>
              <a:rPr kumimoji="0" lang="de-DE" altLang="de-DE" sz="1700" b="0" i="0" u="none" strike="noStrike" cap="none" normalizeH="0" baseline="0">
                <a:ln>
                  <a:noFill/>
                </a:ln>
                <a:effectLst/>
              </a:rPr>
              <a:t> multiple </a:t>
            </a:r>
            <a:r>
              <a:rPr kumimoji="0" lang="de-DE" altLang="de-DE" sz="1700" b="0" i="0" u="none" strike="noStrike" cap="none" normalizeH="0" baseline="0" err="1">
                <a:ln>
                  <a:noFill/>
                </a:ln>
                <a:effectLst/>
              </a:rPr>
              <a:t>sensor</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channels</a:t>
            </a:r>
            <a:br>
              <a:rPr kumimoji="0" lang="de-DE" altLang="de-DE" sz="1700" b="0" i="0" u="none" strike="noStrike" cap="none" normalizeH="0" baseline="0">
                <a:ln>
                  <a:noFill/>
                </a:ln>
                <a:effectLst/>
              </a:rPr>
            </a:br>
            <a:r>
              <a:rPr kumimoji="0" lang="de-DE" altLang="de-DE" sz="1700" b="0" i="0" u="none" strike="noStrike" cap="none" normalizeH="0" baseline="0">
                <a:ln>
                  <a:noFill/>
                </a:ln>
                <a:effectLst/>
              </a:rPr>
              <a:t>• Command interface </a:t>
            </a:r>
            <a:r>
              <a:rPr kumimoji="0" lang="de-DE" altLang="de-DE" sz="1700" b="0" i="0" u="none" strike="noStrike" cap="none" normalizeH="0" baseline="0" err="1">
                <a:ln>
                  <a:noFill/>
                </a:ln>
                <a:effectLst/>
              </a:rPr>
              <a:t>for</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controlling</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the</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server</a:t>
            </a:r>
            <a:br>
              <a:rPr kumimoji="0" lang="de-DE" altLang="de-DE" sz="1700" b="0" i="0" u="none" strike="noStrike" cap="none" normalizeH="0" baseline="0">
                <a:ln>
                  <a:noFill/>
                </a:ln>
                <a:effectLst/>
              </a:rPr>
            </a:b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Configuration</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options</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for</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sampling</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parameters</a:t>
            </a:r>
            <a:endParaRPr kumimoji="0" lang="de-DE" altLang="de-DE" sz="1700" b="0" i="0" u="none" strike="noStrike" cap="none" normalizeH="0" baseline="0">
              <a:ln>
                <a:noFill/>
              </a:ln>
              <a:effectLst/>
            </a:endParaRPr>
          </a:p>
          <a:p>
            <a:pPr marL="0" marR="0" lvl="0" indent="0" defTabSz="914400" rtl="0" eaLnBrk="0" fontAlgn="base" latinLnBrk="0" hangingPunct="0">
              <a:lnSpc>
                <a:spcPct val="110000"/>
              </a:lnSpc>
              <a:spcBef>
                <a:spcPct val="0"/>
              </a:spcBef>
              <a:spcAft>
                <a:spcPts val="600"/>
              </a:spcAft>
              <a:buClrTx/>
              <a:buSzTx/>
              <a:buFontTx/>
              <a:buNone/>
              <a:tabLst/>
            </a:pPr>
            <a:r>
              <a:rPr kumimoji="0" lang="de-DE" altLang="de-DE" sz="1700" b="0" i="0" u="none" strike="noStrike" cap="none" normalizeH="0" baseline="0">
                <a:ln>
                  <a:noFill/>
                </a:ln>
                <a:effectLst/>
              </a:rPr>
              <a:t>The GUI </a:t>
            </a:r>
            <a:r>
              <a:rPr kumimoji="0" lang="de-DE" altLang="de-DE" sz="1700" b="0" i="0" u="none" strike="noStrike" cap="none" normalizeH="0" baseline="0" err="1">
                <a:ln>
                  <a:noFill/>
                </a:ln>
                <a:effectLst/>
              </a:rPr>
              <a:t>communicates</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with</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the</a:t>
            </a:r>
            <a:r>
              <a:rPr kumimoji="0" lang="de-DE" altLang="de-DE" sz="1700" b="0" i="0" u="none" strike="noStrike" cap="none" normalizeH="0" baseline="0">
                <a:ln>
                  <a:noFill/>
                </a:ln>
                <a:effectLst/>
              </a:rPr>
              <a:t> MNG </a:t>
            </a:r>
            <a:r>
              <a:rPr kumimoji="0" lang="de-DE" altLang="de-DE" sz="1700" b="0" i="0" u="none" strike="noStrike" cap="none" normalizeH="0" baseline="0" err="1">
                <a:ln>
                  <a:noFill/>
                </a:ln>
                <a:effectLst/>
              </a:rPr>
              <a:t>server</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through</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the</a:t>
            </a:r>
            <a:r>
              <a:rPr kumimoji="0" lang="de-DE" altLang="de-DE" sz="1700" b="0" i="0" u="none" strike="noStrike" cap="none" normalizeH="0" baseline="0">
                <a:ln>
                  <a:noFill/>
                </a:ln>
                <a:effectLst/>
              </a:rPr>
              <a:t> TCP </a:t>
            </a:r>
            <a:r>
              <a:rPr kumimoji="0" lang="de-DE" altLang="de-DE" sz="1700" b="0" i="0" u="none" strike="noStrike" cap="none" normalizeH="0" baseline="0" err="1">
                <a:ln>
                  <a:noFill/>
                </a:ln>
                <a:effectLst/>
              </a:rPr>
              <a:t>protocol</a:t>
            </a:r>
            <a:r>
              <a:rPr kumimoji="0" lang="de-DE" altLang="de-DE" sz="1700" b="0" i="0" u="none" strike="noStrike" cap="none" normalizeH="0" baseline="0">
                <a:ln>
                  <a:noFill/>
                </a:ln>
                <a:effectLst/>
              </a:rPr>
              <a:t> and </a:t>
            </a:r>
            <a:r>
              <a:rPr kumimoji="0" lang="de-DE" altLang="de-DE" sz="1700" b="0" i="0" u="none" strike="noStrike" cap="none" normalizeH="0" baseline="0" err="1">
                <a:ln>
                  <a:noFill/>
                </a:ln>
                <a:effectLst/>
              </a:rPr>
              <a:t>displays</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incoming</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measurement</a:t>
            </a:r>
            <a:r>
              <a:rPr kumimoji="0" lang="de-DE" altLang="de-DE" sz="1700" b="0" i="0" u="none" strike="noStrike" cap="none" normalizeH="0" baseline="0">
                <a:ln>
                  <a:noFill/>
                </a:ln>
                <a:effectLst/>
              </a:rPr>
              <a:t> </a:t>
            </a:r>
            <a:r>
              <a:rPr kumimoji="0" lang="de-DE" altLang="de-DE" sz="1700" b="0" i="0" u="none" strike="noStrike" cap="none" normalizeH="0" baseline="0" err="1">
                <a:ln>
                  <a:noFill/>
                </a:ln>
                <a:effectLst/>
              </a:rPr>
              <a:t>data</a:t>
            </a:r>
            <a:r>
              <a:rPr kumimoji="0" lang="de-DE" altLang="de-DE" sz="1700" b="0" i="0" u="none" strike="noStrike" cap="none" normalizeH="0" baseline="0">
                <a:ln>
                  <a:noFill/>
                </a:ln>
                <a:effectLst/>
              </a:rPr>
              <a:t> in real time.</a:t>
            </a:r>
          </a:p>
        </p:txBody>
      </p:sp>
    </p:spTree>
    <p:extLst>
      <p:ext uri="{BB962C8B-B14F-4D97-AF65-F5344CB8AC3E}">
        <p14:creationId xmlns:p14="http://schemas.microsoft.com/office/powerpoint/2010/main" val="41390676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620E75F4-99F3-4FA1-01A5-99498F5CCAF9}"/>
              </a:ext>
            </a:extLst>
          </p:cNvPr>
          <p:cNvSpPr>
            <a:spLocks noGrp="1"/>
          </p:cNvSpPr>
          <p:nvPr>
            <p:ph type="title"/>
          </p:nvPr>
        </p:nvSpPr>
        <p:spPr>
          <a:xfrm>
            <a:off x="1146705" y="609601"/>
            <a:ext cx="3856037" cy="1639884"/>
          </a:xfrm>
        </p:spPr>
        <p:txBody>
          <a:bodyPr anchor="b">
            <a:normAutofit/>
          </a:bodyPr>
          <a:lstStyle/>
          <a:p>
            <a:r>
              <a:rPr lang="en-US" dirty="0"/>
              <a:t>Graphical User Interface – Main Window</a:t>
            </a:r>
          </a:p>
        </p:txBody>
      </p:sp>
      <p:pic>
        <p:nvPicPr>
          <p:cNvPr id="5" name="Content Placeholder 4">
            <a:extLst>
              <a:ext uri="{FF2B5EF4-FFF2-40B4-BE49-F238E27FC236}">
                <a16:creationId xmlns:a16="http://schemas.microsoft.com/office/drawing/2014/main" id="{B9D2D43F-DC48-5AE8-30A9-A153E731393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154086" y="947328"/>
            <a:ext cx="5891209" cy="4963343"/>
          </a:xfrm>
          <a:prstGeom prst="rect">
            <a:avLst/>
          </a:prstGeom>
          <a:noFill/>
        </p:spPr>
      </p:pic>
      <p:sp>
        <p:nvSpPr>
          <p:cNvPr id="12" name="Text Placeholder 3">
            <a:extLst>
              <a:ext uri="{FF2B5EF4-FFF2-40B4-BE49-F238E27FC236}">
                <a16:creationId xmlns:a16="http://schemas.microsoft.com/office/drawing/2014/main" id="{9C8622F6-758A-2731-B566-222AEB0B03D6}"/>
              </a:ext>
            </a:extLst>
          </p:cNvPr>
          <p:cNvSpPr>
            <a:spLocks noGrp="1"/>
          </p:cNvSpPr>
          <p:nvPr>
            <p:ph type="body" sz="half" idx="2"/>
          </p:nvPr>
        </p:nvSpPr>
        <p:spPr>
          <a:xfrm>
            <a:off x="1146705" y="2249486"/>
            <a:ext cx="3856037" cy="3541714"/>
          </a:xfrm>
        </p:spPr>
        <p:txBody>
          <a:bodyPr>
            <a:normAutofit/>
          </a:bodyPr>
          <a:lstStyle/>
          <a:p>
            <a:pPr marL="285750" indent="-285750">
              <a:buFont typeface="Arial" panose="020B0604020202020204" pitchFamily="34" charset="0"/>
              <a:buChar char="•"/>
            </a:pPr>
            <a:r>
              <a:rPr lang="en-US" dirty="0"/>
              <a:t>Real-time visualization of sensor data</a:t>
            </a:r>
          </a:p>
          <a:p>
            <a:pPr marL="285750" indent="-285750">
              <a:buFont typeface="Arial" panose="020B0604020202020204" pitchFamily="34" charset="0"/>
              <a:buChar char="•"/>
            </a:pPr>
            <a:r>
              <a:rPr lang="en-US" dirty="0"/>
              <a:t>Multi-channel plotting using Slope rendering</a:t>
            </a:r>
          </a:p>
          <a:p>
            <a:pPr marL="285750" indent="-285750">
              <a:buFont typeface="Arial" panose="020B0604020202020204" pitchFamily="34" charset="0"/>
              <a:buChar char="•"/>
            </a:pPr>
            <a:r>
              <a:rPr lang="en-US" dirty="0"/>
              <a:t>Latest sensor values displayed in dashboard</a:t>
            </a:r>
          </a:p>
          <a:p>
            <a:pPr marL="285750" indent="-285750">
              <a:buFont typeface="Arial" panose="020B0604020202020204" pitchFamily="34" charset="0"/>
              <a:buChar char="•"/>
            </a:pPr>
            <a:r>
              <a:rPr lang="en-US" dirty="0"/>
              <a:t>Integrated command console for system control</a:t>
            </a:r>
          </a:p>
        </p:txBody>
      </p:sp>
    </p:spTree>
    <p:extLst>
      <p:ext uri="{BB962C8B-B14F-4D97-AF65-F5344CB8AC3E}">
        <p14:creationId xmlns:p14="http://schemas.microsoft.com/office/powerpoint/2010/main" val="37214378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B3B5A6-C726-6160-0C55-42408ED8C7D8}"/>
              </a:ext>
            </a:extLst>
          </p:cNvPr>
          <p:cNvSpPr>
            <a:spLocks noGrp="1"/>
          </p:cNvSpPr>
          <p:nvPr>
            <p:ph type="title"/>
          </p:nvPr>
        </p:nvSpPr>
        <p:spPr>
          <a:xfrm>
            <a:off x="1146705" y="609601"/>
            <a:ext cx="3856037" cy="1639884"/>
          </a:xfrm>
        </p:spPr>
        <p:txBody>
          <a:bodyPr anchor="b">
            <a:normAutofit/>
          </a:bodyPr>
          <a:lstStyle/>
          <a:p>
            <a:r>
              <a:rPr lang="en-US" dirty="0"/>
              <a:t>Graphical User Interface – Settings Window</a:t>
            </a:r>
            <a:endParaRPr lang="de-DE" dirty="0"/>
          </a:p>
        </p:txBody>
      </p:sp>
      <p:pic>
        <p:nvPicPr>
          <p:cNvPr id="6" name="Content Placeholder 5">
            <a:extLst>
              <a:ext uri="{FF2B5EF4-FFF2-40B4-BE49-F238E27FC236}">
                <a16:creationId xmlns:a16="http://schemas.microsoft.com/office/drawing/2014/main" id="{A9EA98FF-EFCB-DFEC-6313-40D6DAE1696C}"/>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619130" y="829733"/>
            <a:ext cx="5224657" cy="5198534"/>
          </a:xfrm>
          <a:prstGeom prst="rect">
            <a:avLst/>
          </a:prstGeom>
          <a:noFill/>
        </p:spPr>
      </p:pic>
      <p:sp>
        <p:nvSpPr>
          <p:cNvPr id="4" name="Text Placeholder 3">
            <a:extLst>
              <a:ext uri="{FF2B5EF4-FFF2-40B4-BE49-F238E27FC236}">
                <a16:creationId xmlns:a16="http://schemas.microsoft.com/office/drawing/2014/main" id="{1755D2AA-655C-0619-ACC2-18218CDE8188}"/>
              </a:ext>
            </a:extLst>
          </p:cNvPr>
          <p:cNvSpPr>
            <a:spLocks noGrp="1"/>
          </p:cNvSpPr>
          <p:nvPr>
            <p:ph type="body" sz="half" idx="2"/>
          </p:nvPr>
        </p:nvSpPr>
        <p:spPr>
          <a:xfrm>
            <a:off x="1146705" y="2249486"/>
            <a:ext cx="3856037" cy="3541714"/>
          </a:xfrm>
        </p:spPr>
        <p:txBody>
          <a:bodyPr>
            <a:normAutofit/>
          </a:bodyPr>
          <a:lstStyle/>
          <a:p>
            <a:pPr marL="285750" indent="-285750">
              <a:buFont typeface="Arial" panose="020B0604020202020204" pitchFamily="34" charset="0"/>
              <a:buChar char="•"/>
            </a:pPr>
            <a:r>
              <a:rPr lang="en-US" dirty="0"/>
              <a:t>Server connection management</a:t>
            </a:r>
          </a:p>
          <a:p>
            <a:pPr marL="285750" indent="-285750">
              <a:buFont typeface="Arial" panose="020B0604020202020204" pitchFamily="34" charset="0"/>
              <a:buChar char="•"/>
            </a:pPr>
            <a:r>
              <a:rPr lang="en-US" dirty="0"/>
              <a:t>Control of data transfer (</a:t>
            </a:r>
            <a:r>
              <a:rPr lang="en-US" dirty="0" err="1"/>
              <a:t>txstart</a:t>
            </a:r>
            <a:r>
              <a:rPr lang="en-US" dirty="0"/>
              <a:t> / </a:t>
            </a:r>
            <a:r>
              <a:rPr lang="en-US" dirty="0" err="1"/>
              <a:t>txstop</a:t>
            </a:r>
            <a:r>
              <a:rPr lang="en-US" dirty="0"/>
              <a:t>)</a:t>
            </a:r>
          </a:p>
          <a:p>
            <a:pPr marL="285750" indent="-285750">
              <a:buFont typeface="Arial" panose="020B0604020202020204" pitchFamily="34" charset="0"/>
              <a:buChar char="•"/>
            </a:pPr>
            <a:r>
              <a:rPr lang="en-US" dirty="0"/>
              <a:t>Configuration of sensor sampling rates</a:t>
            </a:r>
          </a:p>
          <a:p>
            <a:pPr marL="285750" indent="-285750">
              <a:buFont typeface="Arial" panose="020B0604020202020204" pitchFamily="34" charset="0"/>
              <a:buChar char="•"/>
            </a:pPr>
            <a:r>
              <a:rPr lang="en-US" dirty="0"/>
              <a:t>Plot window and channel mapping settings</a:t>
            </a:r>
            <a:endParaRPr lang="de-DE" dirty="0"/>
          </a:p>
        </p:txBody>
      </p:sp>
    </p:spTree>
    <p:extLst>
      <p:ext uri="{BB962C8B-B14F-4D97-AF65-F5344CB8AC3E}">
        <p14:creationId xmlns:p14="http://schemas.microsoft.com/office/powerpoint/2010/main" val="9556646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65E4E-4189-07C7-6482-53E2D38A5B5A}"/>
              </a:ext>
            </a:extLst>
          </p:cNvPr>
          <p:cNvSpPr>
            <a:spLocks noGrp="1"/>
          </p:cNvSpPr>
          <p:nvPr>
            <p:ph type="title"/>
          </p:nvPr>
        </p:nvSpPr>
        <p:spPr>
          <a:xfrm>
            <a:off x="1146705" y="609601"/>
            <a:ext cx="3856037" cy="1639884"/>
          </a:xfrm>
        </p:spPr>
        <p:txBody>
          <a:bodyPr anchor="b">
            <a:normAutofit/>
          </a:bodyPr>
          <a:lstStyle/>
          <a:p>
            <a:r>
              <a:rPr lang="de-DE" dirty="0"/>
              <a:t>GUI </a:t>
            </a:r>
            <a:r>
              <a:rPr lang="de-DE" dirty="0" err="1"/>
              <a:t>Execution</a:t>
            </a:r>
            <a:r>
              <a:rPr lang="de-DE" dirty="0"/>
              <a:t> Model</a:t>
            </a:r>
          </a:p>
        </p:txBody>
      </p:sp>
      <p:pic>
        <p:nvPicPr>
          <p:cNvPr id="5" name="Content Placeholder 4">
            <a:extLst>
              <a:ext uri="{FF2B5EF4-FFF2-40B4-BE49-F238E27FC236}">
                <a16:creationId xmlns:a16="http://schemas.microsoft.com/office/drawing/2014/main" id="{A79376AE-8038-0930-4A91-6035F425CFE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083790" y="339488"/>
            <a:ext cx="6209731" cy="6179023"/>
          </a:xfrm>
          <a:prstGeom prst="rect">
            <a:avLst/>
          </a:prstGeom>
          <a:noFill/>
        </p:spPr>
      </p:pic>
      <p:sp>
        <p:nvSpPr>
          <p:cNvPr id="12" name="Text Placeholder 3">
            <a:extLst>
              <a:ext uri="{FF2B5EF4-FFF2-40B4-BE49-F238E27FC236}">
                <a16:creationId xmlns:a16="http://schemas.microsoft.com/office/drawing/2014/main" id="{D09B204F-65BA-F64F-CE25-9E907F3836E0}"/>
              </a:ext>
            </a:extLst>
          </p:cNvPr>
          <p:cNvSpPr>
            <a:spLocks noGrp="1"/>
          </p:cNvSpPr>
          <p:nvPr>
            <p:ph type="body" sz="half" idx="2"/>
          </p:nvPr>
        </p:nvSpPr>
        <p:spPr>
          <a:xfrm>
            <a:off x="1146705" y="2249486"/>
            <a:ext cx="3856037" cy="3541714"/>
          </a:xfrm>
        </p:spPr>
        <p:txBody>
          <a:bodyPr/>
          <a:lstStyle/>
          <a:p>
            <a:r>
              <a:rPr lang="en-US" dirty="0"/>
              <a:t>Event-driven execution model of the GUI application. User actions trigger GTK signal callbacks that update the application state. Periodic data acquisition is handled by a </a:t>
            </a:r>
            <a:r>
              <a:rPr lang="en-US" dirty="0" err="1"/>
              <a:t>GLib</a:t>
            </a:r>
            <a:r>
              <a:rPr lang="en-US" dirty="0"/>
              <a:t> timeout callback, which performs protocol transactions with the server and updates visualization buffers.</a:t>
            </a:r>
          </a:p>
        </p:txBody>
      </p:sp>
    </p:spTree>
    <p:extLst>
      <p:ext uri="{BB962C8B-B14F-4D97-AF65-F5344CB8AC3E}">
        <p14:creationId xmlns:p14="http://schemas.microsoft.com/office/powerpoint/2010/main" val="912369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515EE-55FF-E75C-7387-8BD7FA9FC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E94DBD-42B9-CD73-BAA3-8AC7F6687A28}"/>
              </a:ext>
            </a:extLst>
          </p:cNvPr>
          <p:cNvSpPr>
            <a:spLocks noGrp="1"/>
          </p:cNvSpPr>
          <p:nvPr>
            <p:ph type="title"/>
          </p:nvPr>
        </p:nvSpPr>
        <p:spPr>
          <a:xfrm>
            <a:off x="1926731" y="808056"/>
            <a:ext cx="8905391" cy="1191566"/>
          </a:xfrm>
        </p:spPr>
        <p:txBody>
          <a:bodyPr anchor="t">
            <a:noAutofit/>
          </a:bodyPr>
          <a:lstStyle/>
          <a:p>
            <a:pPr lvl="0" eaLnBrk="0" fontAlgn="base" hangingPunct="0">
              <a:lnSpc>
                <a:spcPct val="100000"/>
              </a:lnSpc>
              <a:spcAft>
                <a:spcPct val="0"/>
              </a:spcAft>
            </a:pPr>
            <a:r>
              <a:rPr lang="de-DE" sz="3200" dirty="0"/>
              <a:t>System Validation and </a:t>
            </a:r>
            <a:r>
              <a:rPr lang="de-DE" sz="3200" dirty="0" err="1"/>
              <a:t>Testing</a:t>
            </a:r>
            <a:endParaRPr lang="de-DE" altLang="de-DE" sz="3200" cap="none" dirty="0">
              <a:latin typeface="Arial" panose="020B0604020202020204" pitchFamily="34" charset="0"/>
            </a:endParaRPr>
          </a:p>
        </p:txBody>
      </p:sp>
      <p:sp>
        <p:nvSpPr>
          <p:cNvPr id="5" name="Rectangle 2">
            <a:extLst>
              <a:ext uri="{FF2B5EF4-FFF2-40B4-BE49-F238E27FC236}">
                <a16:creationId xmlns:a16="http://schemas.microsoft.com/office/drawing/2014/main" id="{5E025CB0-4CE7-95D0-3975-9590FC08C35D}"/>
              </a:ext>
            </a:extLst>
          </p:cNvPr>
          <p:cNvSpPr>
            <a:spLocks noGrp="1" noChangeArrowheads="1"/>
          </p:cNvSpPr>
          <p:nvPr>
            <p:ph idx="1"/>
          </p:nvPr>
        </p:nvSpPr>
        <p:spPr bwMode="auto">
          <a:xfrm>
            <a:off x="1927225" y="1950287"/>
            <a:ext cx="8555718" cy="3444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800" dirty="0"/>
              <a:t>Several validation tests were performed to verify correct operation of the Measurement Network Gateway system.</a:t>
            </a:r>
          </a:p>
          <a:p>
            <a:pPr marL="0" indent="0">
              <a:buNone/>
            </a:pPr>
            <a:r>
              <a:rPr lang="en-US" sz="1800" dirty="0"/>
              <a:t>Validation objectives:</a:t>
            </a:r>
          </a:p>
          <a:p>
            <a:pPr marL="0" indent="0">
              <a:buNone/>
            </a:pPr>
            <a:r>
              <a:rPr lang="en-US" sz="1800" dirty="0"/>
              <a:t>• Verify stable sensor sampling behavior</a:t>
            </a:r>
            <a:br>
              <a:rPr lang="en-US" sz="1800" dirty="0"/>
            </a:br>
            <a:r>
              <a:rPr lang="en-US" sz="1800" dirty="0"/>
              <a:t>• Confirm correct TCP communication between server and client</a:t>
            </a:r>
            <a:br>
              <a:rPr lang="en-US" sz="1800" dirty="0"/>
            </a:br>
            <a:r>
              <a:rPr lang="en-US" sz="1800" dirty="0"/>
              <a:t>• Validate correct decoding of measurement packets in the GUI</a:t>
            </a:r>
            <a:br>
              <a:rPr lang="en-US" sz="1800" dirty="0"/>
            </a:br>
            <a:r>
              <a:rPr lang="en-US" sz="1800" dirty="0"/>
              <a:t>• Test system behavior during start-up and shutdown</a:t>
            </a:r>
          </a:p>
          <a:p>
            <a:pPr marL="0" indent="0">
              <a:buNone/>
            </a:pPr>
            <a:r>
              <a:rPr lang="en-US" sz="1800" dirty="0"/>
              <a:t>The tests confirmed that the system reliably acquires, transmits, and visualizes measurement data.</a:t>
            </a:r>
          </a:p>
        </p:txBody>
      </p:sp>
    </p:spTree>
    <p:extLst>
      <p:ext uri="{BB962C8B-B14F-4D97-AF65-F5344CB8AC3E}">
        <p14:creationId xmlns:p14="http://schemas.microsoft.com/office/powerpoint/2010/main" val="860039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2BA0B-DF36-ACC1-B394-BB1E8ACB5B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AD5932-4119-EDC5-0D2E-3CD4D6B08BDA}"/>
              </a:ext>
            </a:extLst>
          </p:cNvPr>
          <p:cNvSpPr>
            <a:spLocks noGrp="1"/>
          </p:cNvSpPr>
          <p:nvPr>
            <p:ph type="title"/>
          </p:nvPr>
        </p:nvSpPr>
        <p:spPr>
          <a:xfrm>
            <a:off x="1141413" y="618518"/>
            <a:ext cx="9905998" cy="1478570"/>
          </a:xfrm>
        </p:spPr>
        <p:txBody>
          <a:bodyPr anchor="ctr">
            <a:normAutofit/>
          </a:bodyPr>
          <a:lstStyle/>
          <a:p>
            <a:pPr lvl="0" eaLnBrk="0" fontAlgn="base" hangingPunct="0">
              <a:spcAft>
                <a:spcPct val="0"/>
              </a:spcAft>
            </a:pPr>
            <a:r>
              <a:rPr lang="de-DE"/>
              <a:t>Experimental </a:t>
            </a:r>
            <a:r>
              <a:rPr lang="de-DE" err="1"/>
              <a:t>Results</a:t>
            </a:r>
            <a:endParaRPr lang="de-DE" altLang="de-DE" cap="none"/>
          </a:p>
        </p:txBody>
      </p:sp>
      <p:sp>
        <p:nvSpPr>
          <p:cNvPr id="5" name="Rectangle 2">
            <a:extLst>
              <a:ext uri="{FF2B5EF4-FFF2-40B4-BE49-F238E27FC236}">
                <a16:creationId xmlns:a16="http://schemas.microsoft.com/office/drawing/2014/main" id="{AF39EF89-CD59-CA69-C615-1F87CC0AF33D}"/>
              </a:ext>
            </a:extLst>
          </p:cNvPr>
          <p:cNvSpPr>
            <a:spLocks noGrp="1" noChangeArrowheads="1"/>
          </p:cNvSpPr>
          <p:nvPr>
            <p:ph sz="half" idx="1"/>
          </p:nvPr>
        </p:nvSpPr>
        <p:spPr bwMode="auto">
          <a:xfrm>
            <a:off x="1141410" y="2249486"/>
            <a:ext cx="4878389" cy="354171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lnSpc>
                <a:spcPct val="110000"/>
              </a:lnSpc>
              <a:buNone/>
            </a:pPr>
            <a:r>
              <a:rPr lang="en-US" sz="1300"/>
              <a:t>Experimental tests were performed to evaluate the behavior of the Measurement Network Gateway system under normal operating conditions.</a:t>
            </a:r>
          </a:p>
          <a:p>
            <a:pPr marL="0" indent="0">
              <a:lnSpc>
                <a:spcPct val="110000"/>
              </a:lnSpc>
              <a:buNone/>
            </a:pPr>
            <a:r>
              <a:rPr lang="en-US" sz="1300"/>
              <a:t>Key observations:</a:t>
            </a:r>
          </a:p>
          <a:p>
            <a:pPr marL="0" indent="0">
              <a:lnSpc>
                <a:spcPct val="110000"/>
              </a:lnSpc>
              <a:buNone/>
            </a:pPr>
            <a:r>
              <a:rPr lang="en-US" sz="1300"/>
              <a:t>• Sensor data was successfully acquired at the configured sampling rates</a:t>
            </a:r>
            <a:br>
              <a:rPr lang="en-US" sz="1300"/>
            </a:br>
            <a:r>
              <a:rPr lang="en-US" sz="1300"/>
              <a:t>• Timestamp spacing confirmed stable timing behavior</a:t>
            </a:r>
            <a:br>
              <a:rPr lang="en-US" sz="1300"/>
            </a:br>
            <a:r>
              <a:rPr lang="en-US" sz="1300"/>
              <a:t>• TCP communication transmitted measurement packets reliably</a:t>
            </a:r>
            <a:br>
              <a:rPr lang="en-US" sz="1300"/>
            </a:br>
            <a:r>
              <a:rPr lang="en-US" sz="1300"/>
              <a:t>• The GUI displayed measurement data continuously in real time</a:t>
            </a:r>
          </a:p>
          <a:p>
            <a:pPr marL="0" indent="0">
              <a:lnSpc>
                <a:spcPct val="110000"/>
              </a:lnSpc>
              <a:buNone/>
            </a:pPr>
            <a:r>
              <a:rPr lang="en-US" sz="1300"/>
              <a:t>These results demonstrate that the system operates as intended and provides reliable data acquisition and visualization.</a:t>
            </a:r>
          </a:p>
          <a:p>
            <a:pPr marL="0" indent="0" eaLnBrk="0" fontAlgn="base" hangingPunct="0">
              <a:lnSpc>
                <a:spcPct val="110000"/>
              </a:lnSpc>
              <a:spcBef>
                <a:spcPct val="0"/>
              </a:spcBef>
              <a:spcAft>
                <a:spcPct val="0"/>
              </a:spcAft>
              <a:buSzTx/>
              <a:buNone/>
            </a:pPr>
            <a:endParaRPr kumimoji="0" lang="de-DE" altLang="de-DE" sz="1300" b="0" i="0" u="none" strike="noStrike" cap="none" normalizeH="0" baseline="0">
              <a:ln>
                <a:noFill/>
              </a:ln>
              <a:effectLst/>
            </a:endParaRPr>
          </a:p>
        </p:txBody>
      </p:sp>
      <p:pic>
        <p:nvPicPr>
          <p:cNvPr id="4" name="Content Placeholder 3">
            <a:extLst>
              <a:ext uri="{FF2B5EF4-FFF2-40B4-BE49-F238E27FC236}">
                <a16:creationId xmlns:a16="http://schemas.microsoft.com/office/drawing/2014/main" id="{37AB22D6-F68B-47B9-0FFE-FBB35FFF5028}"/>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p:blipFill>
        <p:spPr>
          <a:xfrm>
            <a:off x="6172203" y="693761"/>
            <a:ext cx="4896076" cy="5470478"/>
          </a:xfrm>
          <a:prstGeom prst="rect">
            <a:avLst/>
          </a:prstGeom>
          <a:noFill/>
        </p:spPr>
      </p:pic>
    </p:spTree>
    <p:extLst>
      <p:ext uri="{BB962C8B-B14F-4D97-AF65-F5344CB8AC3E}">
        <p14:creationId xmlns:p14="http://schemas.microsoft.com/office/powerpoint/2010/main" val="22046491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5A48DD-D570-7030-2224-A243E522AB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F4BE8E-29A1-7DB6-73F3-1BFD652F5FDD}"/>
              </a:ext>
            </a:extLst>
          </p:cNvPr>
          <p:cNvSpPr>
            <a:spLocks noGrp="1"/>
          </p:cNvSpPr>
          <p:nvPr>
            <p:ph type="ctrTitle"/>
          </p:nvPr>
        </p:nvSpPr>
        <p:spPr>
          <a:xfrm>
            <a:off x="1876424" y="1122363"/>
            <a:ext cx="8791575" cy="2387600"/>
          </a:xfrm>
        </p:spPr>
        <p:txBody>
          <a:bodyPr anchor="b">
            <a:normAutofit/>
          </a:bodyPr>
          <a:lstStyle/>
          <a:p>
            <a:pPr lvl="0" eaLnBrk="0" fontAlgn="base" hangingPunct="0">
              <a:spcAft>
                <a:spcPct val="0"/>
              </a:spcAft>
            </a:pPr>
            <a:r>
              <a:rPr lang="de-DE" dirty="0"/>
              <a:t>Key </a:t>
            </a:r>
            <a:r>
              <a:rPr lang="de-DE" dirty="0" err="1"/>
              <a:t>Contributions</a:t>
            </a:r>
            <a:endParaRPr lang="de-DE" altLang="de-DE" cap="none" dirty="0"/>
          </a:p>
        </p:txBody>
      </p:sp>
      <p:sp>
        <p:nvSpPr>
          <p:cNvPr id="5" name="Rectangle 2">
            <a:extLst>
              <a:ext uri="{FF2B5EF4-FFF2-40B4-BE49-F238E27FC236}">
                <a16:creationId xmlns:a16="http://schemas.microsoft.com/office/drawing/2014/main" id="{722574F5-22BB-D3E8-0D86-525B81687299}"/>
              </a:ext>
            </a:extLst>
          </p:cNvPr>
          <p:cNvSpPr>
            <a:spLocks noGrp="1" noChangeArrowheads="1"/>
          </p:cNvSpPr>
          <p:nvPr>
            <p:ph type="subTitle" idx="1"/>
          </p:nvPr>
        </p:nvSpPr>
        <p:spPr bwMode="auto">
          <a:xfrm>
            <a:off x="1876424" y="3602038"/>
            <a:ext cx="8791575" cy="1655762"/>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marL="0" indent="0">
              <a:lnSpc>
                <a:spcPct val="110000"/>
              </a:lnSpc>
              <a:buNone/>
            </a:pPr>
            <a:r>
              <a:rPr lang="en-US" sz="1400"/>
              <a:t>The main contributions of the Measurement Network Gateway project include:</a:t>
            </a:r>
          </a:p>
          <a:p>
            <a:pPr marL="457200" lvl="1" indent="0" algn="l">
              <a:lnSpc>
                <a:spcPct val="110000"/>
              </a:lnSpc>
              <a:buNone/>
            </a:pPr>
            <a:r>
              <a:rPr lang="en-US" sz="1400">
                <a:solidFill>
                  <a:schemeClr val="tx2"/>
                </a:solidFill>
              </a:rPr>
              <a:t>• Design and implementation of an Embedded Linux measurement server</a:t>
            </a:r>
            <a:br>
              <a:rPr lang="en-US" sz="1400">
                <a:solidFill>
                  <a:schemeClr val="tx2"/>
                </a:solidFill>
              </a:rPr>
            </a:br>
            <a:r>
              <a:rPr lang="en-US" sz="1400">
                <a:solidFill>
                  <a:schemeClr val="tx2"/>
                </a:solidFill>
              </a:rPr>
              <a:t>• Development of a multithreaded architecture for stable sensor acquisition</a:t>
            </a:r>
            <a:br>
              <a:rPr lang="en-US" sz="1400">
                <a:solidFill>
                  <a:schemeClr val="tx2"/>
                </a:solidFill>
              </a:rPr>
            </a:br>
            <a:r>
              <a:rPr lang="en-US" sz="1400">
                <a:solidFill>
                  <a:schemeClr val="tx2"/>
                </a:solidFill>
              </a:rPr>
              <a:t>• Implementation of an efficient TCP-based communication protocol</a:t>
            </a:r>
            <a:br>
              <a:rPr lang="en-US" sz="1400">
                <a:solidFill>
                  <a:schemeClr val="tx2"/>
                </a:solidFill>
              </a:rPr>
            </a:br>
            <a:r>
              <a:rPr lang="en-US" sz="1400">
                <a:solidFill>
                  <a:schemeClr val="tx2"/>
                </a:solidFill>
              </a:rPr>
              <a:t>• Design of a graphical user interface for real-time monitoring and control</a:t>
            </a:r>
            <a:br>
              <a:rPr lang="en-US" sz="1400">
                <a:solidFill>
                  <a:schemeClr val="tx2"/>
                </a:solidFill>
              </a:rPr>
            </a:br>
            <a:r>
              <a:rPr lang="en-US" sz="1400">
                <a:solidFill>
                  <a:schemeClr val="tx2"/>
                </a:solidFill>
              </a:rPr>
              <a:t>• Integration of hardware acquisition, network communication, and visualization into a complete system</a:t>
            </a:r>
          </a:p>
          <a:p>
            <a:pPr marL="0" indent="0" eaLnBrk="0" fontAlgn="base" hangingPunct="0">
              <a:lnSpc>
                <a:spcPct val="110000"/>
              </a:lnSpc>
              <a:spcBef>
                <a:spcPct val="0"/>
              </a:spcBef>
              <a:spcAft>
                <a:spcPct val="0"/>
              </a:spcAft>
              <a:buSzTx/>
              <a:buNone/>
            </a:pPr>
            <a:endParaRPr kumimoji="0" lang="de-DE" altLang="de-DE" sz="1400" b="0" i="0" u="none" strike="noStrike" cap="none" normalizeH="0" baseline="0">
              <a:ln>
                <a:noFill/>
              </a:ln>
              <a:effectLst/>
            </a:endParaRPr>
          </a:p>
        </p:txBody>
      </p:sp>
    </p:spTree>
    <p:extLst>
      <p:ext uri="{BB962C8B-B14F-4D97-AF65-F5344CB8AC3E}">
        <p14:creationId xmlns:p14="http://schemas.microsoft.com/office/powerpoint/2010/main" val="2731250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610808-735C-7841-955C-C7D5B031B7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E9872-9F83-7622-05A2-4C54A80DCC63}"/>
              </a:ext>
            </a:extLst>
          </p:cNvPr>
          <p:cNvSpPr>
            <a:spLocks noGrp="1"/>
          </p:cNvSpPr>
          <p:nvPr>
            <p:ph type="title"/>
          </p:nvPr>
        </p:nvSpPr>
        <p:spPr>
          <a:xfrm>
            <a:off x="1141413" y="609600"/>
            <a:ext cx="5934508" cy="1639886"/>
          </a:xfrm>
        </p:spPr>
        <p:txBody>
          <a:bodyPr anchor="b">
            <a:normAutofit/>
          </a:bodyPr>
          <a:lstStyle/>
          <a:p>
            <a:pPr lvl="0" eaLnBrk="0" fontAlgn="base" hangingPunct="0">
              <a:spcAft>
                <a:spcPct val="0"/>
              </a:spcAft>
            </a:pPr>
            <a:r>
              <a:rPr lang="de-DE" dirty="0" err="1"/>
              <a:t>Conclusion</a:t>
            </a:r>
            <a:r>
              <a:rPr lang="de-DE" dirty="0"/>
              <a:t> and Future Work</a:t>
            </a:r>
            <a:endParaRPr lang="de-DE" altLang="de-DE" cap="none" dirty="0"/>
          </a:p>
        </p:txBody>
      </p:sp>
      <p:sp>
        <p:nvSpPr>
          <p:cNvPr id="5" name="Rectangle 2">
            <a:extLst>
              <a:ext uri="{FF2B5EF4-FFF2-40B4-BE49-F238E27FC236}">
                <a16:creationId xmlns:a16="http://schemas.microsoft.com/office/drawing/2014/main" id="{358899C2-5C3D-EAD0-34D6-6DFD118EBEE1}"/>
              </a:ext>
            </a:extLst>
          </p:cNvPr>
          <p:cNvSpPr>
            <a:spLocks noGrp="1" noChangeArrowheads="1"/>
          </p:cNvSpPr>
          <p:nvPr>
            <p:ph type="body" sz="half" idx="2"/>
          </p:nvPr>
        </p:nvSpPr>
        <p:spPr bwMode="auto">
          <a:xfrm>
            <a:off x="1141410" y="2249486"/>
            <a:ext cx="8466614" cy="3541714"/>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anchorCtr="0" compatLnSpc="1">
            <a:prstTxWarp prst="textNoShape">
              <a:avLst/>
            </a:prstTxWarp>
            <a:normAutofit/>
          </a:bodyPr>
          <a:lstStyle/>
          <a:p>
            <a:pPr eaLnBrk="0" fontAlgn="base" hangingPunct="0">
              <a:lnSpc>
                <a:spcPct val="110000"/>
              </a:lnSpc>
              <a:spcBef>
                <a:spcPct val="0"/>
              </a:spcBef>
              <a:spcAft>
                <a:spcPts val="600"/>
              </a:spcAft>
              <a:buSzTx/>
            </a:pPr>
            <a:r>
              <a:rPr lang="en-US" sz="1400" dirty="0"/>
              <a:t>The Measurement Network Gateway (MNG) project demonstrates a complete embedded system for reliable sensor data acquisition, network transmission, and real-time visualization. The implemented multithreaded server architecture enables deterministic sensor sampling while maintaining responsive TCP communication with the client application. By combining a periodic </a:t>
            </a:r>
            <a:r>
              <a:rPr lang="de-DE" sz="1400" dirty="0"/>
              <a:t>1 kHz </a:t>
            </a:r>
            <a:r>
              <a:rPr lang="en-US" sz="1400" dirty="0"/>
              <a:t>acquisition loop, an efficient binary packet protocol optimized for Ethernet MTU limits, and a GTK-based graphical user interface, the system provides stable measurement timing and continuous monitoring of sensor data. Experimental validation confirmed correct sampling behavior, reliable packet transmission, and real-time visualization in the GUI. Future work may focus on extending the system with support for additional sensor interfaces, enabling multiple simultaneous client connections, and further improving real-time performance through advanced scheduling or hardware acceleration.</a:t>
            </a:r>
            <a:endParaRPr kumimoji="0" lang="de-DE" altLang="de-DE" sz="1400" b="0" i="0" u="none" strike="noStrike" cap="none" normalizeH="0" baseline="0" dirty="0">
              <a:ln>
                <a:noFill/>
              </a:ln>
              <a:effectLst/>
            </a:endParaRPr>
          </a:p>
        </p:txBody>
      </p:sp>
    </p:spTree>
    <p:extLst>
      <p:ext uri="{BB962C8B-B14F-4D97-AF65-F5344CB8AC3E}">
        <p14:creationId xmlns:p14="http://schemas.microsoft.com/office/powerpoint/2010/main" val="957461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3AA5172-527A-E6E0-D7EF-E16D369E9801}"/>
              </a:ext>
            </a:extLst>
          </p:cNvPr>
          <p:cNvSpPr>
            <a:spLocks noGrp="1"/>
          </p:cNvSpPr>
          <p:nvPr>
            <p:ph type="ctrTitle"/>
          </p:nvPr>
        </p:nvSpPr>
        <p:spPr>
          <a:xfrm>
            <a:off x="1876424" y="1122363"/>
            <a:ext cx="8791575" cy="2387600"/>
          </a:xfrm>
        </p:spPr>
        <p:txBody>
          <a:bodyPr anchor="b">
            <a:normAutofit/>
          </a:bodyPr>
          <a:lstStyle/>
          <a:p>
            <a:r>
              <a:rPr lang="en-US" dirty="0"/>
              <a:t>Thank you for your attention.</a:t>
            </a:r>
          </a:p>
        </p:txBody>
      </p:sp>
      <p:sp>
        <p:nvSpPr>
          <p:cNvPr id="11" name="Text Placeholder 2">
            <a:extLst>
              <a:ext uri="{FF2B5EF4-FFF2-40B4-BE49-F238E27FC236}">
                <a16:creationId xmlns:a16="http://schemas.microsoft.com/office/drawing/2014/main" id="{3B1FD154-479F-8FDE-F149-FC964A1DF477}"/>
              </a:ext>
            </a:extLst>
          </p:cNvPr>
          <p:cNvSpPr>
            <a:spLocks noGrp="1"/>
          </p:cNvSpPr>
          <p:nvPr>
            <p:ph type="subTitle" idx="1"/>
          </p:nvPr>
        </p:nvSpPr>
        <p:spPr>
          <a:xfrm>
            <a:off x="1876424" y="3602038"/>
            <a:ext cx="8791575" cy="1655762"/>
          </a:xfrm>
        </p:spPr>
        <p:txBody>
          <a:bodyPr>
            <a:normAutofit/>
          </a:bodyPr>
          <a:lstStyle/>
          <a:p>
            <a:r>
              <a:rPr lang="de-DE" dirty="0"/>
              <a:t>Questions?</a:t>
            </a:r>
            <a:endParaRPr lang="en-US" dirty="0"/>
          </a:p>
        </p:txBody>
      </p:sp>
    </p:spTree>
    <p:extLst>
      <p:ext uri="{BB962C8B-B14F-4D97-AF65-F5344CB8AC3E}">
        <p14:creationId xmlns:p14="http://schemas.microsoft.com/office/powerpoint/2010/main" val="4102630387"/>
      </p:ext>
    </p:extLst>
  </p:cSld>
  <p:clrMapOvr>
    <a:masterClrMapping/>
  </p:clrMapOvr>
</p:sld>
</file>

<file path=ppt/theme/_rels/theme5.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rogramming Language Workshop for Beginners by Slidesgo">
  <a:themeElements>
    <a:clrScheme name="Simple Light">
      <a:dk1>
        <a:srgbClr val="2E323B"/>
      </a:dk1>
      <a:lt1>
        <a:srgbClr val="FF5858"/>
      </a:lt1>
      <a:dk2>
        <a:srgbClr val="72D9F0"/>
      </a:dk2>
      <a:lt2>
        <a:srgbClr val="FCC642"/>
      </a:lt2>
      <a:accent1>
        <a:srgbClr val="DBA0DB"/>
      </a:accent1>
      <a:accent2>
        <a:srgbClr val="A5CF27"/>
      </a:accent2>
      <a:accent3>
        <a:srgbClr val="E7E7E7"/>
      </a:accent3>
      <a:accent4>
        <a:srgbClr val="707070"/>
      </a:accent4>
      <a:accent5>
        <a:srgbClr val="16191F"/>
      </a:accent5>
      <a:accent6>
        <a:srgbClr val="FFFFFF"/>
      </a:accent6>
      <a:hlink>
        <a:srgbClr val="FF585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Repair, Production &amp; Construction Major for College: Aviation &amp; Airway Science by Slidesgo">
  <a:themeElements>
    <a:clrScheme name="Custom 1">
      <a:dk1>
        <a:srgbClr val="000000"/>
      </a:dk1>
      <a:lt1>
        <a:sysClr val="window" lastClr="FFFFFF"/>
      </a:lt1>
      <a:dk2>
        <a:srgbClr val="E0E4DA"/>
      </a:dk2>
      <a:lt2>
        <a:srgbClr val="F2F2F2"/>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Schaltkreis">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Office_30478295_TF77815013" id="{04FF5A99-61E7-430B-AE6F-491A1D25D07E}" vid="{DB37A2E5-7D94-4BCB-A9E4-00BDC7001538}"/>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Programming Language Workshop for Beginners by Slidesgo</Template>
  <TotalTime>0</TotalTime>
  <Words>2001</Words>
  <Application>Microsoft Office PowerPoint</Application>
  <PresentationFormat>Widescreen</PresentationFormat>
  <Paragraphs>129</Paragraphs>
  <Slides>20</Slides>
  <Notes>20</Notes>
  <HiddenSlides>0</HiddenSlides>
  <MMClips>0</MMClips>
  <ScaleCrop>false</ScaleCrop>
  <HeadingPairs>
    <vt:vector size="6" baseType="variant">
      <vt:variant>
        <vt:lpstr>Fonts Used</vt:lpstr>
      </vt:variant>
      <vt:variant>
        <vt:i4>12</vt:i4>
      </vt:variant>
      <vt:variant>
        <vt:lpstr>Theme</vt:lpstr>
      </vt:variant>
      <vt:variant>
        <vt:i4>5</vt:i4>
      </vt:variant>
      <vt:variant>
        <vt:lpstr>Slide Titles</vt:lpstr>
      </vt:variant>
      <vt:variant>
        <vt:i4>20</vt:i4>
      </vt:variant>
    </vt:vector>
  </HeadingPairs>
  <TitlesOfParts>
    <vt:vector size="37" baseType="lpstr">
      <vt:lpstr>Aptos</vt:lpstr>
      <vt:lpstr>Arial</vt:lpstr>
      <vt:lpstr>Bebas Neue</vt:lpstr>
      <vt:lpstr>Calibri</vt:lpstr>
      <vt:lpstr>Darker Grotesque SemiBold</vt:lpstr>
      <vt:lpstr>Fira Code</vt:lpstr>
      <vt:lpstr>Martel</vt:lpstr>
      <vt:lpstr>Montserrat</vt:lpstr>
      <vt:lpstr>Open Sans</vt:lpstr>
      <vt:lpstr>Proxima Nova</vt:lpstr>
      <vt:lpstr>Proxima Nova Semibold</vt:lpstr>
      <vt:lpstr>Roboto Condensed Light</vt:lpstr>
      <vt:lpstr>Programming Language Workshop for Beginners by Slidesgo</vt:lpstr>
      <vt:lpstr>Slidesgo Final Pages</vt:lpstr>
      <vt:lpstr>Repair, Production &amp; Construction Major for College: Aviation &amp; Airway Science by Slidesgo</vt:lpstr>
      <vt:lpstr>1_Slidesgo Final Pages</vt:lpstr>
      <vt:lpstr>Schaltkreis</vt:lpstr>
      <vt:lpstr>Measurement Network Gateway (MNG) Embedded Linux Server and GUI Application</vt:lpstr>
      <vt:lpstr>Motivation and Problem Statement</vt:lpstr>
      <vt:lpstr>Project Objectives</vt:lpstr>
      <vt:lpstr>System Architecture Overview</vt:lpstr>
      <vt:lpstr>Hardware Platform</vt:lpstr>
      <vt:lpstr>System Software Architecture </vt:lpstr>
      <vt:lpstr>Server Architecture</vt:lpstr>
      <vt:lpstr>Sensor Sampling and Timing Model</vt:lpstr>
      <vt:lpstr>TCP Server and Communication Protocol</vt:lpstr>
      <vt:lpstr>Request–Response Sequence</vt:lpstr>
      <vt:lpstr>Packet Structure and Payload Optimization </vt:lpstr>
      <vt:lpstr>Graphical User Interface (GUI) Overview </vt:lpstr>
      <vt:lpstr>Graphical User Interface – Main Window</vt:lpstr>
      <vt:lpstr>Graphical User Interface – Settings Window</vt:lpstr>
      <vt:lpstr>GUI Execution Model</vt:lpstr>
      <vt:lpstr>System Validation and Testing</vt:lpstr>
      <vt:lpstr>Experimental Results</vt:lpstr>
      <vt:lpstr>Key Contributions</vt:lpstr>
      <vt:lpstr>Conclusion and Future Work</vt:lpstr>
      <vt:lpstr>Thank you for your attention.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Saeed Omidvari</dc:creator>
  <cp:lastModifiedBy>Saeed Omidvari</cp:lastModifiedBy>
  <cp:revision>52</cp:revision>
  <dcterms:created xsi:type="dcterms:W3CDTF">2026-03-16T08:26:28Z</dcterms:created>
  <dcterms:modified xsi:type="dcterms:W3CDTF">2026-03-16T23:11:32Z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1076a20e-7f11-480b-8414-90efb6351e8b_Enabled">
    <vt:lpwstr>true</vt:lpwstr>
  </property>
  <property fmtid="{D5CDD505-2E9C-101B-9397-08002B2CF9AE}" pid="3" name="MSIP_Label_1076a20e-7f11-480b-8414-90efb6351e8b_SetDate">
    <vt:lpwstr>2026-03-16T08:26:36Z</vt:lpwstr>
  </property>
  <property fmtid="{D5CDD505-2E9C-101B-9397-08002B2CF9AE}" pid="4" name="MSIP_Label_1076a20e-7f11-480b-8414-90efb6351e8b_Method">
    <vt:lpwstr>Privileged</vt:lpwstr>
  </property>
  <property fmtid="{D5CDD505-2E9C-101B-9397-08002B2CF9AE}" pid="5" name="MSIP_Label_1076a20e-7f11-480b-8414-90efb6351e8b_Name">
    <vt:lpwstr>Public</vt:lpwstr>
  </property>
  <property fmtid="{D5CDD505-2E9C-101B-9397-08002B2CF9AE}" pid="6" name="MSIP_Label_1076a20e-7f11-480b-8414-90efb6351e8b_SiteId">
    <vt:lpwstr>4b6faabe-c04f-46f9-8d36-b041749c7327</vt:lpwstr>
  </property>
  <property fmtid="{D5CDD505-2E9C-101B-9397-08002B2CF9AE}" pid="7" name="MSIP_Label_1076a20e-7f11-480b-8414-90efb6351e8b_ActionId">
    <vt:lpwstr>c62cc5a6-e1cb-4291-ace5-6109a4a5c511</vt:lpwstr>
  </property>
  <property fmtid="{D5CDD505-2E9C-101B-9397-08002B2CF9AE}" pid="8" name="MSIP_Label_1076a20e-7f11-480b-8414-90efb6351e8b_ContentBits">
    <vt:lpwstr>0</vt:lpwstr>
  </property>
  <property fmtid="{D5CDD505-2E9C-101B-9397-08002B2CF9AE}" pid="9" name="MSIP_Label_1076a20e-7f11-480b-8414-90efb6351e8b_Tag">
    <vt:lpwstr>10, 0, 1, 1</vt:lpwstr>
  </property>
</Properties>
</file>